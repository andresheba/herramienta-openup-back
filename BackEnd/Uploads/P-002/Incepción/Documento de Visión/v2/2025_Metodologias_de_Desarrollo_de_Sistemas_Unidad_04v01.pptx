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</p:sldMasterIdLst>
  <p:notesMasterIdLst>
    <p:notesMasterId r:id="rId70"/>
  </p:notesMasterIdLst>
  <p:handoutMasterIdLst>
    <p:handoutMasterId r:id="rId71"/>
  </p:handoutMasterIdLst>
  <p:sldIdLst>
    <p:sldId id="256" r:id="rId5"/>
    <p:sldId id="266" r:id="rId6"/>
    <p:sldId id="305" r:id="rId7"/>
    <p:sldId id="312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90" r:id="rId16"/>
    <p:sldId id="392" r:id="rId17"/>
    <p:sldId id="387" r:id="rId18"/>
    <p:sldId id="395" r:id="rId19"/>
    <p:sldId id="391" r:id="rId20"/>
    <p:sldId id="394" r:id="rId21"/>
    <p:sldId id="388" r:id="rId22"/>
    <p:sldId id="396" r:id="rId23"/>
    <p:sldId id="393" r:id="rId24"/>
    <p:sldId id="389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329" r:id="rId37"/>
    <p:sldId id="377" r:id="rId38"/>
    <p:sldId id="418" r:id="rId39"/>
    <p:sldId id="409" r:id="rId40"/>
    <p:sldId id="408" r:id="rId41"/>
    <p:sldId id="410" r:id="rId42"/>
    <p:sldId id="411" r:id="rId43"/>
    <p:sldId id="423" r:id="rId44"/>
    <p:sldId id="424" r:id="rId45"/>
    <p:sldId id="425" r:id="rId46"/>
    <p:sldId id="426" r:id="rId47"/>
    <p:sldId id="427" r:id="rId48"/>
    <p:sldId id="428" r:id="rId49"/>
    <p:sldId id="429" r:id="rId50"/>
    <p:sldId id="430" r:id="rId51"/>
    <p:sldId id="431" r:id="rId52"/>
    <p:sldId id="432" r:id="rId53"/>
    <p:sldId id="439" r:id="rId54"/>
    <p:sldId id="417" r:id="rId55"/>
    <p:sldId id="420" r:id="rId56"/>
    <p:sldId id="419" r:id="rId57"/>
    <p:sldId id="412" r:id="rId58"/>
    <p:sldId id="415" r:id="rId59"/>
    <p:sldId id="416" r:id="rId60"/>
    <p:sldId id="422" r:id="rId61"/>
    <p:sldId id="433" r:id="rId62"/>
    <p:sldId id="434" r:id="rId63"/>
    <p:sldId id="435" r:id="rId64"/>
    <p:sldId id="436" r:id="rId65"/>
    <p:sldId id="437" r:id="rId66"/>
    <p:sldId id="438" r:id="rId67"/>
    <p:sldId id="271" r:id="rId68"/>
    <p:sldId id="307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B71"/>
    <a:srgbClr val="323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51FA6-15EC-4514-A7E9-C7E5F9D9029B}" v="373" dt="2025-10-19T05:36:29.08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MUÑOZ LOPEZ" userId="e7afc9df-227a-469d-a964-4a45c687ae27" providerId="ADAL" clId="{898390CC-64CD-47D7-8B2A-490D8EB34137}"/>
    <pc:docChg chg="undo custSel addSld delSld modSld sldOrd">
      <pc:chgData name="JUAN MUÑOZ LOPEZ" userId="e7afc9df-227a-469d-a964-4a45c687ae27" providerId="ADAL" clId="{898390CC-64CD-47D7-8B2A-490D8EB34137}" dt="2025-10-19T05:36:43.683" v="6172" actId="948"/>
      <pc:docMkLst>
        <pc:docMk/>
      </pc:docMkLst>
      <pc:sldChg chg="modSp mod">
        <pc:chgData name="JUAN MUÑOZ LOPEZ" userId="e7afc9df-227a-469d-a964-4a45c687ae27" providerId="ADAL" clId="{898390CC-64CD-47D7-8B2A-490D8EB34137}" dt="2025-10-18T02:37:01.436" v="20" actId="20577"/>
        <pc:sldMkLst>
          <pc:docMk/>
          <pc:sldMk cId="3111549375" sldId="256"/>
        </pc:sldMkLst>
        <pc:spChg chg="mod">
          <ac:chgData name="JUAN MUÑOZ LOPEZ" userId="e7afc9df-227a-469d-a964-4a45c687ae27" providerId="ADAL" clId="{898390CC-64CD-47D7-8B2A-490D8EB34137}" dt="2025-10-18T02:37:01.436" v="20" actId="20577"/>
          <ac:spMkLst>
            <pc:docMk/>
            <pc:sldMk cId="3111549375" sldId="256"/>
            <ac:spMk id="8" creationId="{4B0552E2-3F84-4A73-A16B-C54043C663D5}"/>
          </ac:spMkLst>
        </pc:spChg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241026193" sldId="262"/>
        </pc:sldMkLst>
      </pc:sldChg>
      <pc:sldChg chg="modSp">
        <pc:chgData name="JUAN MUÑOZ LOPEZ" userId="e7afc9df-227a-469d-a964-4a45c687ae27" providerId="ADAL" clId="{898390CC-64CD-47D7-8B2A-490D8EB34137}" dt="2025-10-18T02:36:41.084" v="4"/>
        <pc:sldMkLst>
          <pc:docMk/>
          <pc:sldMk cId="3318299500" sldId="266"/>
        </pc:sldMkLst>
        <pc:spChg chg="mod">
          <ac:chgData name="JUAN MUÑOZ LOPEZ" userId="e7afc9df-227a-469d-a964-4a45c687ae27" providerId="ADAL" clId="{898390CC-64CD-47D7-8B2A-490D8EB34137}" dt="2025-10-18T02:36:41.084" v="4"/>
          <ac:spMkLst>
            <pc:docMk/>
            <pc:sldMk cId="3318299500" sldId="266"/>
            <ac:spMk id="5" creationId="{30EB58E2-A9A0-481A-8B5B-381B836CE40B}"/>
          </ac:spMkLst>
        </pc:spChg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63422585" sldId="267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60219046" sldId="268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204626946" sldId="270"/>
        </pc:sldMkLst>
      </pc:sldChg>
      <pc:sldChg chg="modSp mod">
        <pc:chgData name="JUAN MUÑOZ LOPEZ" userId="e7afc9df-227a-469d-a964-4a45c687ae27" providerId="ADAL" clId="{898390CC-64CD-47D7-8B2A-490D8EB34137}" dt="2025-10-18T02:42:39.042" v="103" actId="20577"/>
        <pc:sldMkLst>
          <pc:docMk/>
          <pc:sldMk cId="2779792646" sldId="271"/>
        </pc:sldMkLst>
        <pc:spChg chg="mod">
          <ac:chgData name="JUAN MUÑOZ LOPEZ" userId="e7afc9df-227a-469d-a964-4a45c687ae27" providerId="ADAL" clId="{898390CC-64CD-47D7-8B2A-490D8EB34137}" dt="2025-10-18T02:42:39.042" v="103" actId="20577"/>
          <ac:spMkLst>
            <pc:docMk/>
            <pc:sldMk cId="2779792646" sldId="271"/>
            <ac:spMk id="14" creationId="{331CEB84-49DC-40A9-B2F0-D573658AE999}"/>
          </ac:spMkLst>
        </pc:spChg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3297610223" sldId="273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2705822425" sldId="274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679402509" sldId="275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2410053997" sldId="276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769355556" sldId="277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393520902" sldId="280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3529933256" sldId="281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271836839" sldId="282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031363409" sldId="283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891421696" sldId="284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3678305364" sldId="285"/>
        </pc:sldMkLst>
      </pc:sldChg>
      <pc:sldChg chg="addSp delSp modSp mod">
        <pc:chgData name="JUAN MUÑOZ LOPEZ" userId="e7afc9df-227a-469d-a964-4a45c687ae27" providerId="ADAL" clId="{898390CC-64CD-47D7-8B2A-490D8EB34137}" dt="2025-10-18T02:39:05.919" v="24" actId="26606"/>
        <pc:sldMkLst>
          <pc:docMk/>
          <pc:sldMk cId="564934457" sldId="305"/>
        </pc:sldMkLst>
        <pc:spChg chg="mod">
          <ac:chgData name="JUAN MUÑOZ LOPEZ" userId="e7afc9df-227a-469d-a964-4a45c687ae27" providerId="ADAL" clId="{898390CC-64CD-47D7-8B2A-490D8EB34137}" dt="2025-10-18T02:37:30.327" v="21"/>
          <ac:spMkLst>
            <pc:docMk/>
            <pc:sldMk cId="564934457" sldId="305"/>
            <ac:spMk id="8" creationId="{AC78E0DF-6BD7-AC9C-CCA7-BF8860BFE29F}"/>
          </ac:spMkLst>
        </pc:spChg>
        <pc:spChg chg="add">
          <ac:chgData name="JUAN MUÑOZ LOPEZ" userId="e7afc9df-227a-469d-a964-4a45c687ae27" providerId="ADAL" clId="{898390CC-64CD-47D7-8B2A-490D8EB34137}" dt="2025-10-18T02:39:05.919" v="24" actId="26606"/>
          <ac:spMkLst>
            <pc:docMk/>
            <pc:sldMk cId="564934457" sldId="305"/>
            <ac:spMk id="13" creationId="{6B7ACCB0-61F2-9534-EF99-9A518B5A4FB3}"/>
          </ac:spMkLst>
        </pc:spChg>
        <pc:picChg chg="add mod">
          <ac:chgData name="JUAN MUÑOZ LOPEZ" userId="e7afc9df-227a-469d-a964-4a45c687ae27" providerId="ADAL" clId="{898390CC-64CD-47D7-8B2A-490D8EB34137}" dt="2025-10-18T02:39:05.919" v="24" actId="26606"/>
          <ac:picMkLst>
            <pc:docMk/>
            <pc:sldMk cId="564934457" sldId="305"/>
            <ac:picMk id="2" creationId="{86378A37-C2F1-FBB1-10A8-8183FF6EF920}"/>
          </ac:picMkLst>
        </pc:picChg>
        <pc:picChg chg="del">
          <ac:chgData name="JUAN MUÑOZ LOPEZ" userId="e7afc9df-227a-469d-a964-4a45c687ae27" providerId="ADAL" clId="{898390CC-64CD-47D7-8B2A-490D8EB34137}" dt="2025-10-18T02:37:32.449" v="22" actId="478"/>
          <ac:picMkLst>
            <pc:docMk/>
            <pc:sldMk cId="564934457" sldId="305"/>
            <ac:picMk id="1026" creationId="{EBAD1C67-CF84-19DB-1861-0F6132CCBDB4}"/>
          </ac:picMkLst>
        </pc:picChg>
      </pc:sldChg>
      <pc:sldChg chg="addSp delSp modSp mod">
        <pc:chgData name="JUAN MUÑOZ LOPEZ" userId="e7afc9df-227a-469d-a964-4a45c687ae27" providerId="ADAL" clId="{898390CC-64CD-47D7-8B2A-490D8EB34137}" dt="2025-10-19T05:36:43.683" v="6172" actId="948"/>
        <pc:sldMkLst>
          <pc:docMk/>
          <pc:sldMk cId="353104931" sldId="307"/>
        </pc:sldMkLst>
        <pc:spChg chg="add mod">
          <ac:chgData name="JUAN MUÑOZ LOPEZ" userId="e7afc9df-227a-469d-a964-4a45c687ae27" providerId="ADAL" clId="{898390CC-64CD-47D7-8B2A-490D8EB34137}" dt="2025-10-19T05:36:43.683" v="6172" actId="948"/>
          <ac:spMkLst>
            <pc:docMk/>
            <pc:sldMk cId="353104931" sldId="307"/>
            <ac:spMk id="3" creationId="{F8A71DF6-0DB6-E292-56D8-B643A6335B51}"/>
          </ac:spMkLst>
        </pc:spChg>
        <pc:spChg chg="add">
          <ac:chgData name="JUAN MUÑOZ LOPEZ" userId="e7afc9df-227a-469d-a964-4a45c687ae27" providerId="ADAL" clId="{898390CC-64CD-47D7-8B2A-490D8EB34137}" dt="2025-10-19T00:26:01.918" v="3983"/>
          <ac:spMkLst>
            <pc:docMk/>
            <pc:sldMk cId="353104931" sldId="307"/>
            <ac:spMk id="4" creationId="{6A84BED9-4225-E4B3-E648-F4AEF8F11098}"/>
          </ac:spMkLst>
        </pc:spChg>
        <pc:spChg chg="add">
          <ac:chgData name="JUAN MUÑOZ LOPEZ" userId="e7afc9df-227a-469d-a964-4a45c687ae27" providerId="ADAL" clId="{898390CC-64CD-47D7-8B2A-490D8EB34137}" dt="2025-10-19T04:53:48.637" v="5520"/>
          <ac:spMkLst>
            <pc:docMk/>
            <pc:sldMk cId="353104931" sldId="307"/>
            <ac:spMk id="6" creationId="{07043D5E-68DF-4559-83D8-2A158F7AB4FB}"/>
          </ac:spMkLst>
        </pc:spChg>
        <pc:spChg chg="del mod">
          <ac:chgData name="JUAN MUÑOZ LOPEZ" userId="e7afc9df-227a-469d-a964-4a45c687ae27" providerId="ADAL" clId="{898390CC-64CD-47D7-8B2A-490D8EB34137}" dt="2025-10-18T21:27:03.214" v="778"/>
          <ac:spMkLst>
            <pc:docMk/>
            <pc:sldMk cId="353104931" sldId="307"/>
            <ac:spMk id="7" creationId="{DDB84B1C-CBB0-1FE4-F5C3-8BFCEDCF7BA0}"/>
          </ac:spMkLst>
        </pc:spChg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959082871" sldId="308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263720252" sldId="309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395426431" sldId="310"/>
        </pc:sldMkLst>
      </pc:sldChg>
      <pc:sldChg chg="modSp mod">
        <pc:chgData name="JUAN MUÑOZ LOPEZ" userId="e7afc9df-227a-469d-a964-4a45c687ae27" providerId="ADAL" clId="{898390CC-64CD-47D7-8B2A-490D8EB34137}" dt="2025-10-18T03:01:14.355" v="137" actId="113"/>
        <pc:sldMkLst>
          <pc:docMk/>
          <pc:sldMk cId="1085469093" sldId="312"/>
        </pc:sldMkLst>
        <pc:spChg chg="mod">
          <ac:chgData name="JUAN MUÑOZ LOPEZ" userId="e7afc9df-227a-469d-a964-4a45c687ae27" providerId="ADAL" clId="{898390CC-64CD-47D7-8B2A-490D8EB34137}" dt="2025-10-18T02:39:25.641" v="33" actId="20577"/>
          <ac:spMkLst>
            <pc:docMk/>
            <pc:sldMk cId="1085469093" sldId="312"/>
            <ac:spMk id="5" creationId="{53E2B62D-4D7D-F21A-ECD8-3478A3B51D46}"/>
          </ac:spMkLst>
        </pc:spChg>
        <pc:spChg chg="mod">
          <ac:chgData name="JUAN MUÑOZ LOPEZ" userId="e7afc9df-227a-469d-a964-4a45c687ae27" providerId="ADAL" clId="{898390CC-64CD-47D7-8B2A-490D8EB34137}" dt="2025-10-18T03:01:14.355" v="137" actId="113"/>
          <ac:spMkLst>
            <pc:docMk/>
            <pc:sldMk cId="1085469093" sldId="312"/>
            <ac:spMk id="6" creationId="{FC12B83E-9A64-4E43-FB33-3A1D40A934EF}"/>
          </ac:spMkLst>
        </pc:spChg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685168276" sldId="313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928529671" sldId="314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351463064" sldId="315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632577450" sldId="316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57132556" sldId="317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425686321" sldId="318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720780363" sldId="319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48840562" sldId="320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504605476" sldId="321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58208495" sldId="322"/>
        </pc:sldMkLst>
      </pc:sldChg>
      <pc:sldChg chg="addSp delSp modSp mod">
        <pc:chgData name="JUAN MUÑOZ LOPEZ" userId="e7afc9df-227a-469d-a964-4a45c687ae27" providerId="ADAL" clId="{898390CC-64CD-47D7-8B2A-490D8EB34137}" dt="2025-10-18T02:41:47.409" v="84" actId="20577"/>
        <pc:sldMkLst>
          <pc:docMk/>
          <pc:sldMk cId="3485016076" sldId="329"/>
        </pc:sldMkLst>
        <pc:spChg chg="mod">
          <ac:chgData name="JUAN MUÑOZ LOPEZ" userId="e7afc9df-227a-469d-a964-4a45c687ae27" providerId="ADAL" clId="{898390CC-64CD-47D7-8B2A-490D8EB34137}" dt="2025-10-18T02:41:47.409" v="84" actId="20577"/>
          <ac:spMkLst>
            <pc:docMk/>
            <pc:sldMk cId="3485016076" sldId="329"/>
            <ac:spMk id="8" creationId="{D6E7BB97-6937-6DBE-F060-FEB484C7D087}"/>
          </ac:spMkLst>
        </pc:spChg>
        <pc:spChg chg="add del">
          <ac:chgData name="JUAN MUÑOZ LOPEZ" userId="e7afc9df-227a-469d-a964-4a45c687ae27" providerId="ADAL" clId="{898390CC-64CD-47D7-8B2A-490D8EB34137}" dt="2025-10-18T02:41:34.613" v="59" actId="478"/>
          <ac:spMkLst>
            <pc:docMk/>
            <pc:sldMk cId="3485016076" sldId="329"/>
            <ac:spMk id="1031" creationId="{304809DA-8D7F-B501-4F70-EFD82FE7537A}"/>
          </ac:spMkLst>
        </pc:spChg>
        <pc:picChg chg="del">
          <ac:chgData name="JUAN MUÑOZ LOPEZ" userId="e7afc9df-227a-469d-a964-4a45c687ae27" providerId="ADAL" clId="{898390CC-64CD-47D7-8B2A-490D8EB34137}" dt="2025-10-18T02:41:27.004" v="56" actId="478"/>
          <ac:picMkLst>
            <pc:docMk/>
            <pc:sldMk cId="3485016076" sldId="329"/>
            <ac:picMk id="3" creationId="{A9F5293D-233A-DF72-2272-97E1C28CF185}"/>
          </ac:picMkLst>
        </pc:picChg>
        <pc:picChg chg="add mod">
          <ac:chgData name="JUAN MUÑOZ LOPEZ" userId="e7afc9df-227a-469d-a964-4a45c687ae27" providerId="ADAL" clId="{898390CC-64CD-47D7-8B2A-490D8EB34137}" dt="2025-10-18T02:41:32.621" v="58" actId="26606"/>
          <ac:picMkLst>
            <pc:docMk/>
            <pc:sldMk cId="3485016076" sldId="329"/>
            <ac:picMk id="1026" creationId="{006E2884-5682-16C6-57BD-D334C5443E94}"/>
          </ac:picMkLst>
        </pc:picChg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772237268" sldId="336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710358157" sldId="341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852866988" sldId="342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695411303" sldId="343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690239359" sldId="344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061345764" sldId="345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667935722" sldId="346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178815769" sldId="347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196041129" sldId="348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088773987" sldId="349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139127124" sldId="350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163068971" sldId="351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995008773" sldId="352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265426551" sldId="353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991291285" sldId="354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572141865" sldId="355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479371218" sldId="356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110341062" sldId="357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357347818" sldId="358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15962351" sldId="359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055177646" sldId="360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000512476" sldId="361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323480707" sldId="362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656587811" sldId="363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537587973" sldId="364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3718068" sldId="365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259058325" sldId="366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3882966468" sldId="367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2344011678" sldId="368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380861126" sldId="369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291307855" sldId="370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113336834" sldId="371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487795847" sldId="375"/>
        </pc:sldMkLst>
      </pc:sldChg>
      <pc:sldChg chg="del">
        <pc:chgData name="JUAN MUÑOZ LOPEZ" userId="e7afc9df-227a-469d-a964-4a45c687ae27" providerId="ADAL" clId="{898390CC-64CD-47D7-8B2A-490D8EB34137}" dt="2025-10-18T02:39:52.882" v="34" actId="47"/>
        <pc:sldMkLst>
          <pc:docMk/>
          <pc:sldMk cId="781721105" sldId="376"/>
        </pc:sldMkLst>
      </pc:sldChg>
      <pc:sldChg chg="modSp mod">
        <pc:chgData name="JUAN MUÑOZ LOPEZ" userId="e7afc9df-227a-469d-a964-4a45c687ae27" providerId="ADAL" clId="{898390CC-64CD-47D7-8B2A-490D8EB34137}" dt="2025-10-19T00:06:49.927" v="3809" actId="1076"/>
        <pc:sldMkLst>
          <pc:docMk/>
          <pc:sldMk cId="66334940" sldId="377"/>
        </pc:sldMkLst>
        <pc:spChg chg="mod">
          <ac:chgData name="JUAN MUÑOZ LOPEZ" userId="e7afc9df-227a-469d-a964-4a45c687ae27" providerId="ADAL" clId="{898390CC-64CD-47D7-8B2A-490D8EB34137}" dt="2025-10-19T00:05:04.402" v="3796" actId="20577"/>
          <ac:spMkLst>
            <pc:docMk/>
            <pc:sldMk cId="66334940" sldId="377"/>
            <ac:spMk id="5" creationId="{CC807640-BEE7-E1CB-5906-452C1D53B9DF}"/>
          </ac:spMkLst>
        </pc:spChg>
        <pc:spChg chg="mod">
          <ac:chgData name="JUAN MUÑOZ LOPEZ" userId="e7afc9df-227a-469d-a964-4a45c687ae27" providerId="ADAL" clId="{898390CC-64CD-47D7-8B2A-490D8EB34137}" dt="2025-10-19T00:06:49.927" v="3809" actId="1076"/>
          <ac:spMkLst>
            <pc:docMk/>
            <pc:sldMk cId="66334940" sldId="377"/>
            <ac:spMk id="6" creationId="{CCA08AAF-9FB4-92F6-9C9F-6F92534A7CF2}"/>
          </ac:spMkLst>
        </pc:spChg>
      </pc:sldChg>
      <pc:sldChg chg="addSp modSp new mod">
        <pc:chgData name="JUAN MUÑOZ LOPEZ" userId="e7afc9df-227a-469d-a964-4a45c687ae27" providerId="ADAL" clId="{898390CC-64CD-47D7-8B2A-490D8EB34137}" dt="2025-10-18T03:13:12.240" v="428" actId="20577"/>
        <pc:sldMkLst>
          <pc:docMk/>
          <pc:sldMk cId="4109512401" sldId="378"/>
        </pc:sldMkLst>
        <pc:spChg chg="mod">
          <ac:chgData name="JUAN MUÑOZ LOPEZ" userId="e7afc9df-227a-469d-a964-4a45c687ae27" providerId="ADAL" clId="{898390CC-64CD-47D7-8B2A-490D8EB34137}" dt="2025-10-18T03:06:31.408" v="230" actId="313"/>
          <ac:spMkLst>
            <pc:docMk/>
            <pc:sldMk cId="4109512401" sldId="378"/>
            <ac:spMk id="2" creationId="{65D6306D-38B4-60A6-FD9E-993636D9837A}"/>
          </ac:spMkLst>
        </pc:spChg>
        <pc:spChg chg="mod">
          <ac:chgData name="JUAN MUÑOZ LOPEZ" userId="e7afc9df-227a-469d-a964-4a45c687ae27" providerId="ADAL" clId="{898390CC-64CD-47D7-8B2A-490D8EB34137}" dt="2025-10-18T03:13:12.240" v="428" actId="20577"/>
          <ac:spMkLst>
            <pc:docMk/>
            <pc:sldMk cId="4109512401" sldId="378"/>
            <ac:spMk id="3" creationId="{DC3AEB2F-938E-9DB5-EA8A-08E1C29BB6C8}"/>
          </ac:spMkLst>
        </pc:spChg>
        <pc:picChg chg="add mod">
          <ac:chgData name="JUAN MUÑOZ LOPEZ" userId="e7afc9df-227a-469d-a964-4a45c687ae27" providerId="ADAL" clId="{898390CC-64CD-47D7-8B2A-490D8EB34137}" dt="2025-10-18T03:10:28.561" v="348" actId="1076"/>
          <ac:picMkLst>
            <pc:docMk/>
            <pc:sldMk cId="4109512401" sldId="378"/>
            <ac:picMk id="2050" creationId="{23E1249F-6FB6-8D93-5C07-E1FFFFEBAD69}"/>
          </ac:picMkLst>
        </pc:picChg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4225373416" sldId="378"/>
        </pc:sldMkLst>
      </pc:sldChg>
      <pc:sldChg chg="modSp new mod">
        <pc:chgData name="JUAN MUÑOZ LOPEZ" userId="e7afc9df-227a-469d-a964-4a45c687ae27" providerId="ADAL" clId="{898390CC-64CD-47D7-8B2A-490D8EB34137}" dt="2025-10-18T03:08:49.964" v="304" actId="14100"/>
        <pc:sldMkLst>
          <pc:docMk/>
          <pc:sldMk cId="1584042406" sldId="379"/>
        </pc:sldMkLst>
        <pc:spChg chg="mod">
          <ac:chgData name="JUAN MUÑOZ LOPEZ" userId="e7afc9df-227a-469d-a964-4a45c687ae27" providerId="ADAL" clId="{898390CC-64CD-47D7-8B2A-490D8EB34137}" dt="2025-10-18T03:08:06.894" v="296" actId="20577"/>
          <ac:spMkLst>
            <pc:docMk/>
            <pc:sldMk cId="1584042406" sldId="379"/>
            <ac:spMk id="2" creationId="{EF04B1F6-68F9-5CB1-41F1-7047F39A4DF5}"/>
          </ac:spMkLst>
        </pc:spChg>
        <pc:spChg chg="mod">
          <ac:chgData name="JUAN MUÑOZ LOPEZ" userId="e7afc9df-227a-469d-a964-4a45c687ae27" providerId="ADAL" clId="{898390CC-64CD-47D7-8B2A-490D8EB34137}" dt="2025-10-18T03:08:49.964" v="304" actId="14100"/>
          <ac:spMkLst>
            <pc:docMk/>
            <pc:sldMk cId="1584042406" sldId="379"/>
            <ac:spMk id="3" creationId="{6C7685FA-82E8-7363-95ED-FA2B09A8C662}"/>
          </ac:spMkLst>
        </pc:spChg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647487008" sldId="379"/>
        </pc:sldMkLst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1999457284" sldId="380"/>
        </pc:sldMkLst>
      </pc:sldChg>
      <pc:sldChg chg="addSp delSp modSp new mod">
        <pc:chgData name="JUAN MUÑOZ LOPEZ" userId="e7afc9df-227a-469d-a964-4a45c687ae27" providerId="ADAL" clId="{898390CC-64CD-47D7-8B2A-490D8EB34137}" dt="2025-10-18T03:28:20.184" v="527" actId="14861"/>
        <pc:sldMkLst>
          <pc:docMk/>
          <pc:sldMk cId="3376327041" sldId="380"/>
        </pc:sldMkLst>
        <pc:spChg chg="mod">
          <ac:chgData name="JUAN MUÑOZ LOPEZ" userId="e7afc9df-227a-469d-a964-4a45c687ae27" providerId="ADAL" clId="{898390CC-64CD-47D7-8B2A-490D8EB34137}" dt="2025-10-18T03:13:37.420" v="453" actId="20577"/>
          <ac:spMkLst>
            <pc:docMk/>
            <pc:sldMk cId="3376327041" sldId="380"/>
            <ac:spMk id="2" creationId="{283A00C0-6D98-07FC-1167-D9BDCFA833B1}"/>
          </ac:spMkLst>
        </pc:spChg>
        <pc:spChg chg="mod">
          <ac:chgData name="JUAN MUÑOZ LOPEZ" userId="e7afc9df-227a-469d-a964-4a45c687ae27" providerId="ADAL" clId="{898390CC-64CD-47D7-8B2A-490D8EB34137}" dt="2025-10-18T03:13:54.582" v="457" actId="12"/>
          <ac:spMkLst>
            <pc:docMk/>
            <pc:sldMk cId="3376327041" sldId="380"/>
            <ac:spMk id="3" creationId="{1800F4CD-999D-CDB2-15A2-C69C14AF8641}"/>
          </ac:spMkLst>
        </pc:spChg>
        <pc:graphicFrameChg chg="add mod modGraphic">
          <ac:chgData name="JUAN MUÑOZ LOPEZ" userId="e7afc9df-227a-469d-a964-4a45c687ae27" providerId="ADAL" clId="{898390CC-64CD-47D7-8B2A-490D8EB34137}" dt="2025-10-18T03:27:59.710" v="521" actId="1076"/>
          <ac:graphicFrameMkLst>
            <pc:docMk/>
            <pc:sldMk cId="3376327041" sldId="380"/>
            <ac:graphicFrameMk id="4" creationId="{8290D6BD-5108-5E7E-1D0D-575681564A3D}"/>
          </ac:graphicFrameMkLst>
        </pc:graphicFrameChg>
        <pc:picChg chg="add mod">
          <ac:chgData name="JUAN MUÑOZ LOPEZ" userId="e7afc9df-227a-469d-a964-4a45c687ae27" providerId="ADAL" clId="{898390CC-64CD-47D7-8B2A-490D8EB34137}" dt="2025-10-18T03:18:25.260" v="490" actId="1036"/>
          <ac:picMkLst>
            <pc:docMk/>
            <pc:sldMk cId="3376327041" sldId="380"/>
            <ac:picMk id="6" creationId="{BC44CC60-386F-08E5-2DEE-93CE5155107A}"/>
          </ac:picMkLst>
        </pc:picChg>
        <pc:picChg chg="add mod">
          <ac:chgData name="JUAN MUÑOZ LOPEZ" userId="e7afc9df-227a-469d-a964-4a45c687ae27" providerId="ADAL" clId="{898390CC-64CD-47D7-8B2A-490D8EB34137}" dt="2025-10-18T03:22:55.880" v="498" actId="1036"/>
          <ac:picMkLst>
            <pc:docMk/>
            <pc:sldMk cId="3376327041" sldId="380"/>
            <ac:picMk id="8" creationId="{6CC2B6ED-1454-81EC-EEDB-00C004EA0435}"/>
          </ac:picMkLst>
        </pc:picChg>
        <pc:picChg chg="add mod">
          <ac:chgData name="JUAN MUÑOZ LOPEZ" userId="e7afc9df-227a-469d-a964-4a45c687ae27" providerId="ADAL" clId="{898390CC-64CD-47D7-8B2A-490D8EB34137}" dt="2025-10-18T03:27:10.109" v="518" actId="1076"/>
          <ac:picMkLst>
            <pc:docMk/>
            <pc:sldMk cId="3376327041" sldId="380"/>
            <ac:picMk id="10" creationId="{FE90352A-07F1-C69B-B791-1DF1F1ACBC0A}"/>
          </ac:picMkLst>
        </pc:picChg>
        <pc:picChg chg="add del mod">
          <ac:chgData name="JUAN MUÑOZ LOPEZ" userId="e7afc9df-227a-469d-a964-4a45c687ae27" providerId="ADAL" clId="{898390CC-64CD-47D7-8B2A-490D8EB34137}" dt="2025-10-18T03:26:09.799" v="509" actId="478"/>
          <ac:picMkLst>
            <pc:docMk/>
            <pc:sldMk cId="3376327041" sldId="380"/>
            <ac:picMk id="12" creationId="{32FE5578-070E-FBF6-45FA-16B89F8D2103}"/>
          </ac:picMkLst>
        </pc:picChg>
        <pc:picChg chg="add mod">
          <ac:chgData name="JUAN MUÑOZ LOPEZ" userId="e7afc9df-227a-469d-a964-4a45c687ae27" providerId="ADAL" clId="{898390CC-64CD-47D7-8B2A-490D8EB34137}" dt="2025-10-18T03:27:14.170" v="519" actId="1076"/>
          <ac:picMkLst>
            <pc:docMk/>
            <pc:sldMk cId="3376327041" sldId="380"/>
            <ac:picMk id="14" creationId="{C131D805-7BCB-793B-840C-9CC9545B6D2F}"/>
          </ac:picMkLst>
        </pc:picChg>
        <pc:picChg chg="add mod">
          <ac:chgData name="JUAN MUÑOZ LOPEZ" userId="e7afc9df-227a-469d-a964-4a45c687ae27" providerId="ADAL" clId="{898390CC-64CD-47D7-8B2A-490D8EB34137}" dt="2025-10-18T03:28:20.184" v="527" actId="14861"/>
          <ac:picMkLst>
            <pc:docMk/>
            <pc:sldMk cId="3376327041" sldId="380"/>
            <ac:picMk id="16" creationId="{426C82B2-ADC6-1A62-ADB8-CF9FC5BEDC52}"/>
          </ac:picMkLst>
        </pc:picChg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64723627" sldId="381"/>
        </pc:sldMkLst>
      </pc:sldChg>
      <pc:sldChg chg="addSp delSp modSp new mod modClrScheme chgLayout">
        <pc:chgData name="JUAN MUÑOZ LOPEZ" userId="e7afc9df-227a-469d-a964-4a45c687ae27" providerId="ADAL" clId="{898390CC-64CD-47D7-8B2A-490D8EB34137}" dt="2025-10-18T03:31:46.597" v="573" actId="14100"/>
        <pc:sldMkLst>
          <pc:docMk/>
          <pc:sldMk cId="250812234" sldId="381"/>
        </pc:sldMkLst>
        <pc:spChg chg="mod ord">
          <ac:chgData name="JUAN MUÑOZ LOPEZ" userId="e7afc9df-227a-469d-a964-4a45c687ae27" providerId="ADAL" clId="{898390CC-64CD-47D7-8B2A-490D8EB34137}" dt="2025-10-18T03:31:28.403" v="568" actId="700"/>
          <ac:spMkLst>
            <pc:docMk/>
            <pc:sldMk cId="250812234" sldId="381"/>
            <ac:spMk id="2" creationId="{418423EF-F0E3-0E27-2B57-BF7DCC3F8AD7}"/>
          </ac:spMkLst>
        </pc:spChg>
        <pc:spChg chg="mod ord">
          <ac:chgData name="JUAN MUÑOZ LOPEZ" userId="e7afc9df-227a-469d-a964-4a45c687ae27" providerId="ADAL" clId="{898390CC-64CD-47D7-8B2A-490D8EB34137}" dt="2025-10-18T03:31:46.597" v="573" actId="14100"/>
          <ac:spMkLst>
            <pc:docMk/>
            <pc:sldMk cId="250812234" sldId="381"/>
            <ac:spMk id="3" creationId="{D716A5BA-02A3-CC81-7E45-D6E2ABB65387}"/>
          </ac:spMkLst>
        </pc:spChg>
        <pc:spChg chg="add mod ord">
          <ac:chgData name="JUAN MUÑOZ LOPEZ" userId="e7afc9df-227a-469d-a964-4a45c687ae27" providerId="ADAL" clId="{898390CC-64CD-47D7-8B2A-490D8EB34137}" dt="2025-10-18T03:31:28.403" v="568" actId="700"/>
          <ac:spMkLst>
            <pc:docMk/>
            <pc:sldMk cId="250812234" sldId="381"/>
            <ac:spMk id="4103" creationId="{98E559F7-AACC-8EF7-828F-EA0B38C2B2C4}"/>
          </ac:spMkLst>
        </pc:spChg>
        <pc:spChg chg="add del mod">
          <ac:chgData name="JUAN MUÑOZ LOPEZ" userId="e7afc9df-227a-469d-a964-4a45c687ae27" providerId="ADAL" clId="{898390CC-64CD-47D7-8B2A-490D8EB34137}" dt="2025-10-18T03:31:28.403" v="568" actId="700"/>
          <ac:spMkLst>
            <pc:docMk/>
            <pc:sldMk cId="250812234" sldId="381"/>
            <ac:spMk id="4105" creationId="{9B289A3A-C409-DAA6-8300-EB49DBF9E8CB}"/>
          </ac:spMkLst>
        </pc:spChg>
        <pc:spChg chg="add mod ord">
          <ac:chgData name="JUAN MUÑOZ LOPEZ" userId="e7afc9df-227a-469d-a964-4a45c687ae27" providerId="ADAL" clId="{898390CC-64CD-47D7-8B2A-490D8EB34137}" dt="2025-10-18T03:31:28.403" v="568" actId="700"/>
          <ac:spMkLst>
            <pc:docMk/>
            <pc:sldMk cId="250812234" sldId="381"/>
            <ac:spMk id="4107" creationId="{B08DBFE9-1952-21FB-AAF6-44AA83A05A18}"/>
          </ac:spMkLst>
        </pc:spChg>
        <pc:picChg chg="add mod">
          <ac:chgData name="JUAN MUÑOZ LOPEZ" userId="e7afc9df-227a-469d-a964-4a45c687ae27" providerId="ADAL" clId="{898390CC-64CD-47D7-8B2A-490D8EB34137}" dt="2025-10-18T03:31:37.325" v="571" actId="1076"/>
          <ac:picMkLst>
            <pc:docMk/>
            <pc:sldMk cId="250812234" sldId="381"/>
            <ac:picMk id="4098" creationId="{F9AA9AA2-BA19-EA36-C984-0914FAC9A71A}"/>
          </ac:picMkLst>
        </pc:picChg>
      </pc:sldChg>
      <pc:sldChg chg="addSp delSp modSp new mod">
        <pc:chgData name="JUAN MUÑOZ LOPEZ" userId="e7afc9df-227a-469d-a964-4a45c687ae27" providerId="ADAL" clId="{898390CC-64CD-47D7-8B2A-490D8EB34137}" dt="2025-10-18T21:51:17.596" v="954" actId="14100"/>
        <pc:sldMkLst>
          <pc:docMk/>
          <pc:sldMk cId="3967501861" sldId="382"/>
        </pc:sldMkLst>
        <pc:spChg chg="mod">
          <ac:chgData name="JUAN MUÑOZ LOPEZ" userId="e7afc9df-227a-469d-a964-4a45c687ae27" providerId="ADAL" clId="{898390CC-64CD-47D7-8B2A-490D8EB34137}" dt="2025-10-18T21:51:17.596" v="954" actId="14100"/>
          <ac:spMkLst>
            <pc:docMk/>
            <pc:sldMk cId="3967501861" sldId="382"/>
            <ac:spMk id="2" creationId="{0A45D988-C223-ED46-6D50-D24FD4D82232}"/>
          </ac:spMkLst>
        </pc:spChg>
        <pc:spChg chg="del">
          <ac:chgData name="JUAN MUÑOZ LOPEZ" userId="e7afc9df-227a-469d-a964-4a45c687ae27" providerId="ADAL" clId="{898390CC-64CD-47D7-8B2A-490D8EB34137}" dt="2025-10-18T03:32:38.512" v="591"/>
          <ac:spMkLst>
            <pc:docMk/>
            <pc:sldMk cId="3967501861" sldId="382"/>
            <ac:spMk id="3" creationId="{778FC08E-50BF-983F-3FBB-9C5B9FB4A3E0}"/>
          </ac:spMkLst>
        </pc:spChg>
        <pc:spChg chg="add mod">
          <ac:chgData name="JUAN MUÑOZ LOPEZ" userId="e7afc9df-227a-469d-a964-4a45c687ae27" providerId="ADAL" clId="{898390CC-64CD-47D7-8B2A-490D8EB34137}" dt="2025-10-18T03:38:38.875" v="773" actId="14100"/>
          <ac:spMkLst>
            <pc:docMk/>
            <pc:sldMk cId="3967501861" sldId="382"/>
            <ac:spMk id="6" creationId="{8307F6D3-5C85-CD72-0253-96D00DE73CD6}"/>
          </ac:spMkLst>
        </pc:spChg>
        <pc:graphicFrameChg chg="add mod modGraphic">
          <ac:chgData name="JUAN MUÑOZ LOPEZ" userId="e7afc9df-227a-469d-a964-4a45c687ae27" providerId="ADAL" clId="{898390CC-64CD-47D7-8B2A-490D8EB34137}" dt="2025-10-18T03:37:50.273" v="765" actId="1076"/>
          <ac:graphicFrameMkLst>
            <pc:docMk/>
            <pc:sldMk cId="3967501861" sldId="382"/>
            <ac:graphicFrameMk id="4" creationId="{21F8E5B8-625A-0B25-6CC0-7381EB603AAF}"/>
          </ac:graphicFrameMkLst>
        </pc:graphicFrameChg>
      </pc:sldChg>
      <pc:sldChg chg="del">
        <pc:chgData name="JUAN MUÑOZ LOPEZ" userId="e7afc9df-227a-469d-a964-4a45c687ae27" providerId="ADAL" clId="{898390CC-64CD-47D7-8B2A-490D8EB34137}" dt="2025-10-18T02:42:13.257" v="101" actId="47"/>
        <pc:sldMkLst>
          <pc:docMk/>
          <pc:sldMk cId="404821007" sldId="383"/>
        </pc:sldMkLst>
      </pc:sldChg>
      <pc:sldChg chg="addSp delSp modSp new mod modClrScheme chgLayout">
        <pc:chgData name="JUAN MUÑOZ LOPEZ" userId="e7afc9df-227a-469d-a964-4a45c687ae27" providerId="ADAL" clId="{898390CC-64CD-47D7-8B2A-490D8EB34137}" dt="2025-10-18T21:52:52.472" v="976" actId="14100"/>
        <pc:sldMkLst>
          <pc:docMk/>
          <pc:sldMk cId="799334764" sldId="383"/>
        </pc:sldMkLst>
        <pc:spChg chg="mod ord">
          <ac:chgData name="JUAN MUÑOZ LOPEZ" userId="e7afc9df-227a-469d-a964-4a45c687ae27" providerId="ADAL" clId="{898390CC-64CD-47D7-8B2A-490D8EB34137}" dt="2025-10-18T21:51:31.575" v="955" actId="700"/>
          <ac:spMkLst>
            <pc:docMk/>
            <pc:sldMk cId="799334764" sldId="383"/>
            <ac:spMk id="2" creationId="{8C9BD630-1BBF-B1DA-449C-689A5614D08D}"/>
          </ac:spMkLst>
        </pc:spChg>
        <pc:spChg chg="mod ord">
          <ac:chgData name="JUAN MUÑOZ LOPEZ" userId="e7afc9df-227a-469d-a964-4a45c687ae27" providerId="ADAL" clId="{898390CC-64CD-47D7-8B2A-490D8EB34137}" dt="2025-10-18T21:52:52.472" v="976" actId="14100"/>
          <ac:spMkLst>
            <pc:docMk/>
            <pc:sldMk cId="799334764" sldId="383"/>
            <ac:spMk id="3" creationId="{E4450DB0-17D7-72D8-8F55-03C26AC9CBF4}"/>
          </ac:spMkLst>
        </pc:spChg>
        <pc:spChg chg="add del mod ord">
          <ac:chgData name="JUAN MUÑOZ LOPEZ" userId="e7afc9df-227a-469d-a964-4a45c687ae27" providerId="ADAL" clId="{898390CC-64CD-47D7-8B2A-490D8EB34137}" dt="2025-10-18T21:51:40.253" v="957" actId="478"/>
          <ac:spMkLst>
            <pc:docMk/>
            <pc:sldMk cId="799334764" sldId="383"/>
            <ac:spMk id="1031" creationId="{63CAE7C1-479E-5BD1-163B-FF9D3FB7787F}"/>
          </ac:spMkLst>
        </pc:spChg>
        <pc:spChg chg="add del mod">
          <ac:chgData name="JUAN MUÑOZ LOPEZ" userId="e7afc9df-227a-469d-a964-4a45c687ae27" providerId="ADAL" clId="{898390CC-64CD-47D7-8B2A-490D8EB34137}" dt="2025-10-18T21:51:31.575" v="955" actId="700"/>
          <ac:spMkLst>
            <pc:docMk/>
            <pc:sldMk cId="799334764" sldId="383"/>
            <ac:spMk id="1033" creationId="{2D701155-33F4-50DB-3C8D-35EEB5E1FCA4}"/>
          </ac:spMkLst>
        </pc:spChg>
        <pc:spChg chg="add del mod ord">
          <ac:chgData name="JUAN MUÑOZ LOPEZ" userId="e7afc9df-227a-469d-a964-4a45c687ae27" providerId="ADAL" clId="{898390CC-64CD-47D7-8B2A-490D8EB34137}" dt="2025-10-18T21:52:29.440" v="973" actId="478"/>
          <ac:spMkLst>
            <pc:docMk/>
            <pc:sldMk cId="799334764" sldId="383"/>
            <ac:spMk id="1035" creationId="{1D42CFF5-A90F-061D-3DD0-CA53BF191635}"/>
          </ac:spMkLst>
        </pc:spChg>
        <pc:picChg chg="add mod">
          <ac:chgData name="JUAN MUÑOZ LOPEZ" userId="e7afc9df-227a-469d-a964-4a45c687ae27" providerId="ADAL" clId="{898390CC-64CD-47D7-8B2A-490D8EB34137}" dt="2025-10-18T21:52:50.106" v="975" actId="14100"/>
          <ac:picMkLst>
            <pc:docMk/>
            <pc:sldMk cId="799334764" sldId="383"/>
            <ac:picMk id="1026" creationId="{8C7052C6-C0A6-60E3-6EE7-FC364953A6F0}"/>
          </ac:picMkLst>
        </pc:picChg>
      </pc:sldChg>
      <pc:sldChg chg="addSp modSp new mod modClrScheme chgLayout">
        <pc:chgData name="JUAN MUÑOZ LOPEZ" userId="e7afc9df-227a-469d-a964-4a45c687ae27" providerId="ADAL" clId="{898390CC-64CD-47D7-8B2A-490D8EB34137}" dt="2025-10-18T22:42:01.283" v="1612" actId="20577"/>
        <pc:sldMkLst>
          <pc:docMk/>
          <pc:sldMk cId="2774384184" sldId="384"/>
        </pc:sldMkLst>
        <pc:spChg chg="mod ord">
          <ac:chgData name="JUAN MUÑOZ LOPEZ" userId="e7afc9df-227a-469d-a964-4a45c687ae27" providerId="ADAL" clId="{898390CC-64CD-47D7-8B2A-490D8EB34137}" dt="2025-10-18T22:42:01.283" v="1612" actId="20577"/>
          <ac:spMkLst>
            <pc:docMk/>
            <pc:sldMk cId="2774384184" sldId="384"/>
            <ac:spMk id="2" creationId="{46AFED68-9A6E-6BD3-10DB-06189A0B6D66}"/>
          </ac:spMkLst>
        </pc:spChg>
        <pc:spChg chg="mod ord">
          <ac:chgData name="JUAN MUÑOZ LOPEZ" userId="e7afc9df-227a-469d-a964-4a45c687ae27" providerId="ADAL" clId="{898390CC-64CD-47D7-8B2A-490D8EB34137}" dt="2025-10-18T22:41:24.674" v="1603" actId="113"/>
          <ac:spMkLst>
            <pc:docMk/>
            <pc:sldMk cId="2774384184" sldId="384"/>
            <ac:spMk id="3" creationId="{97490A07-A807-4166-F6CD-6BCE3E55E792}"/>
          </ac:spMkLst>
        </pc:spChg>
        <pc:spChg chg="add mod ord">
          <ac:chgData name="JUAN MUÑOZ LOPEZ" userId="e7afc9df-227a-469d-a964-4a45c687ae27" providerId="ADAL" clId="{898390CC-64CD-47D7-8B2A-490D8EB34137}" dt="2025-10-18T22:15:48.336" v="1257" actId="207"/>
          <ac:spMkLst>
            <pc:docMk/>
            <pc:sldMk cId="2774384184" sldId="384"/>
            <ac:spMk id="4" creationId="{119359A3-BEF6-CBC7-C14B-E9AC2A88FDEA}"/>
          </ac:spMkLst>
        </pc:spChg>
        <pc:spChg chg="add mod ord">
          <ac:chgData name="JUAN MUÑOZ LOPEZ" userId="e7afc9df-227a-469d-a964-4a45c687ae27" providerId="ADAL" clId="{898390CC-64CD-47D7-8B2A-490D8EB34137}" dt="2025-10-18T22:18:28.722" v="1282" actId="20577"/>
          <ac:spMkLst>
            <pc:docMk/>
            <pc:sldMk cId="2774384184" sldId="384"/>
            <ac:spMk id="5" creationId="{AC9AD2CC-B0AF-36CE-1669-07EBCD06E892}"/>
          </ac:spMkLst>
        </pc:spChg>
        <pc:spChg chg="add mod ord">
          <ac:chgData name="JUAN MUÑOZ LOPEZ" userId="e7afc9df-227a-469d-a964-4a45c687ae27" providerId="ADAL" clId="{898390CC-64CD-47D7-8B2A-490D8EB34137}" dt="2025-10-18T22:15:48.336" v="1257" actId="207"/>
          <ac:spMkLst>
            <pc:docMk/>
            <pc:sldMk cId="2774384184" sldId="384"/>
            <ac:spMk id="6" creationId="{8AF6063A-716D-74C5-9C46-7924AE0B642C}"/>
          </ac:spMkLst>
        </pc:spChg>
        <pc:spChg chg="add mod ord">
          <ac:chgData name="JUAN MUÑOZ LOPEZ" userId="e7afc9df-227a-469d-a964-4a45c687ae27" providerId="ADAL" clId="{898390CC-64CD-47D7-8B2A-490D8EB34137}" dt="2025-10-18T22:18:25.534" v="1281" actId="20577"/>
          <ac:spMkLst>
            <pc:docMk/>
            <pc:sldMk cId="2774384184" sldId="384"/>
            <ac:spMk id="7" creationId="{FDD2BF6E-AE07-745D-77FE-B89F329A929B}"/>
          </ac:spMkLst>
        </pc:spChg>
        <pc:spChg chg="add mod ord">
          <ac:chgData name="JUAN MUÑOZ LOPEZ" userId="e7afc9df-227a-469d-a964-4a45c687ae27" providerId="ADAL" clId="{898390CC-64CD-47D7-8B2A-490D8EB34137}" dt="2025-10-18T22:15:48.336" v="1257" actId="207"/>
          <ac:spMkLst>
            <pc:docMk/>
            <pc:sldMk cId="2774384184" sldId="384"/>
            <ac:spMk id="8" creationId="{CCBBD8F3-1379-ED62-662B-8F70B9D6159C}"/>
          </ac:spMkLst>
        </pc:spChg>
      </pc:sldChg>
      <pc:sldChg chg="modSp add del mod">
        <pc:chgData name="JUAN MUÑOZ LOPEZ" userId="e7afc9df-227a-469d-a964-4a45c687ae27" providerId="ADAL" clId="{898390CC-64CD-47D7-8B2A-490D8EB34137}" dt="2025-10-18T22:19:37.647" v="1291" actId="47"/>
        <pc:sldMkLst>
          <pc:docMk/>
          <pc:sldMk cId="2320860708" sldId="385"/>
        </pc:sldMkLst>
        <pc:spChg chg="mod">
          <ac:chgData name="JUAN MUÑOZ LOPEZ" userId="e7afc9df-227a-469d-a964-4a45c687ae27" providerId="ADAL" clId="{898390CC-64CD-47D7-8B2A-490D8EB34137}" dt="2025-10-18T22:07:27.101" v="1148" actId="20577"/>
          <ac:spMkLst>
            <pc:docMk/>
            <pc:sldMk cId="2320860708" sldId="385"/>
            <ac:spMk id="2" creationId="{A254171D-749B-3D3C-45F2-119E368CA7C8}"/>
          </ac:spMkLst>
        </pc:spChg>
        <pc:spChg chg="mod">
          <ac:chgData name="JUAN MUÑOZ LOPEZ" userId="e7afc9df-227a-469d-a964-4a45c687ae27" providerId="ADAL" clId="{898390CC-64CD-47D7-8B2A-490D8EB34137}" dt="2025-10-18T22:16:18.482" v="1263" actId="21"/>
          <ac:spMkLst>
            <pc:docMk/>
            <pc:sldMk cId="2320860708" sldId="385"/>
            <ac:spMk id="3" creationId="{A2B75CCD-6AD4-3835-B8D5-FD7E9455C55E}"/>
          </ac:spMkLst>
        </pc:spChg>
      </pc:sldChg>
      <pc:sldChg chg="modSp add del mod ord">
        <pc:chgData name="JUAN MUÑOZ LOPEZ" userId="e7afc9df-227a-469d-a964-4a45c687ae27" providerId="ADAL" clId="{898390CC-64CD-47D7-8B2A-490D8EB34137}" dt="2025-10-18T22:19:37.647" v="1291" actId="47"/>
        <pc:sldMkLst>
          <pc:docMk/>
          <pc:sldMk cId="3707196414" sldId="386"/>
        </pc:sldMkLst>
        <pc:spChg chg="mod">
          <ac:chgData name="JUAN MUÑOZ LOPEZ" userId="e7afc9df-227a-469d-a964-4a45c687ae27" providerId="ADAL" clId="{898390CC-64CD-47D7-8B2A-490D8EB34137}" dt="2025-10-18T22:07:34.070" v="1154" actId="20577"/>
          <ac:spMkLst>
            <pc:docMk/>
            <pc:sldMk cId="3707196414" sldId="386"/>
            <ac:spMk id="2" creationId="{5A2BD65D-C659-A3CE-9C36-D62D98CFBA5D}"/>
          </ac:spMkLst>
        </pc:spChg>
        <pc:spChg chg="mod">
          <ac:chgData name="JUAN MUÑOZ LOPEZ" userId="e7afc9df-227a-469d-a964-4a45c687ae27" providerId="ADAL" clId="{898390CC-64CD-47D7-8B2A-490D8EB34137}" dt="2025-10-18T22:03:41" v="1017" actId="27636"/>
          <ac:spMkLst>
            <pc:docMk/>
            <pc:sldMk cId="3707196414" sldId="386"/>
            <ac:spMk id="3" creationId="{D8C4E3FD-D604-F302-9ED4-BD86BC4F599D}"/>
          </ac:spMkLst>
        </pc:spChg>
      </pc:sldChg>
      <pc:sldChg chg="addSp modSp new mod">
        <pc:chgData name="JUAN MUÑOZ LOPEZ" userId="e7afc9df-227a-469d-a964-4a45c687ae27" providerId="ADAL" clId="{898390CC-64CD-47D7-8B2A-490D8EB34137}" dt="2025-10-18T22:07:07.629" v="1136" actId="20577"/>
        <pc:sldMkLst>
          <pc:docMk/>
          <pc:sldMk cId="2338087687" sldId="387"/>
        </pc:sldMkLst>
        <pc:spChg chg="mod">
          <ac:chgData name="JUAN MUÑOZ LOPEZ" userId="e7afc9df-227a-469d-a964-4a45c687ae27" providerId="ADAL" clId="{898390CC-64CD-47D7-8B2A-490D8EB34137}" dt="2025-10-18T22:04:38.240" v="1044" actId="20577"/>
          <ac:spMkLst>
            <pc:docMk/>
            <pc:sldMk cId="2338087687" sldId="387"/>
            <ac:spMk id="2" creationId="{1E9FB4B8-9E2F-D644-CE16-19A9B1F78861}"/>
          </ac:spMkLst>
        </pc:spChg>
        <pc:spChg chg="mod">
          <ac:chgData name="JUAN MUÑOZ LOPEZ" userId="e7afc9df-227a-469d-a964-4a45c687ae27" providerId="ADAL" clId="{898390CC-64CD-47D7-8B2A-490D8EB34137}" dt="2025-10-18T22:07:07.629" v="1136" actId="20577"/>
          <ac:spMkLst>
            <pc:docMk/>
            <pc:sldMk cId="2338087687" sldId="387"/>
            <ac:spMk id="3" creationId="{9E717088-302C-B956-610F-62A79EF726A2}"/>
          </ac:spMkLst>
        </pc:spChg>
        <pc:spChg chg="add">
          <ac:chgData name="JUAN MUÑOZ LOPEZ" userId="e7afc9df-227a-469d-a964-4a45c687ae27" providerId="ADAL" clId="{898390CC-64CD-47D7-8B2A-490D8EB34137}" dt="2025-10-18T22:06:17.847" v="1085"/>
          <ac:spMkLst>
            <pc:docMk/>
            <pc:sldMk cId="2338087687" sldId="387"/>
            <ac:spMk id="4" creationId="{D9442BA0-069C-DDB3-B313-1AD72ABF6AF7}"/>
          </ac:spMkLst>
        </pc:spChg>
        <pc:spChg chg="add">
          <ac:chgData name="JUAN MUÑOZ LOPEZ" userId="e7afc9df-227a-469d-a964-4a45c687ae27" providerId="ADAL" clId="{898390CC-64CD-47D7-8B2A-490D8EB34137}" dt="2025-10-18T22:06:20.832" v="1087"/>
          <ac:spMkLst>
            <pc:docMk/>
            <pc:sldMk cId="2338087687" sldId="387"/>
            <ac:spMk id="5" creationId="{E37471E3-B46A-1205-CFA6-A98A201B833C}"/>
          </ac:spMkLst>
        </pc:spChg>
      </pc:sldChg>
      <pc:sldChg chg="addSp delSp modSp new mod modClrScheme chgLayout">
        <pc:chgData name="JUAN MUÑOZ LOPEZ" userId="e7afc9df-227a-469d-a964-4a45c687ae27" providerId="ADAL" clId="{898390CC-64CD-47D7-8B2A-490D8EB34137}" dt="2025-10-18T23:12:59.075" v="2832" actId="207"/>
        <pc:sldMkLst>
          <pc:docMk/>
          <pc:sldMk cId="1877024552" sldId="388"/>
        </pc:sldMkLst>
        <pc:spChg chg="mod">
          <ac:chgData name="JUAN MUÑOZ LOPEZ" userId="e7afc9df-227a-469d-a964-4a45c687ae27" providerId="ADAL" clId="{898390CC-64CD-47D7-8B2A-490D8EB34137}" dt="2025-10-18T22:41:43.419" v="1607" actId="20577"/>
          <ac:spMkLst>
            <pc:docMk/>
            <pc:sldMk cId="1877024552" sldId="388"/>
            <ac:spMk id="2" creationId="{ED9CFFA7-2124-A08F-DC1D-348290462089}"/>
          </ac:spMkLst>
        </pc:spChg>
        <pc:spChg chg="del">
          <ac:chgData name="JUAN MUÑOZ LOPEZ" userId="e7afc9df-227a-469d-a964-4a45c687ae27" providerId="ADAL" clId="{898390CC-64CD-47D7-8B2A-490D8EB34137}" dt="2025-10-18T22:05:22.039" v="1048"/>
          <ac:spMkLst>
            <pc:docMk/>
            <pc:sldMk cId="1877024552" sldId="388"/>
            <ac:spMk id="3" creationId="{3736C47C-CA9B-E727-727F-62A037DD2EAE}"/>
          </ac:spMkLst>
        </pc:spChg>
        <pc:spChg chg="add del mod">
          <ac:chgData name="JUAN MUÑOZ LOPEZ" userId="e7afc9df-227a-469d-a964-4a45c687ae27" providerId="ADAL" clId="{898390CC-64CD-47D7-8B2A-490D8EB34137}" dt="2025-10-18T22:23:52.798" v="1346" actId="21"/>
          <ac:spMkLst>
            <pc:docMk/>
            <pc:sldMk cId="1877024552" sldId="388"/>
            <ac:spMk id="6" creationId="{F691E12E-BB2E-5297-396D-DDF8D731FA7E}"/>
          </ac:spMkLst>
        </pc:spChg>
        <pc:spChg chg="add del mod">
          <ac:chgData name="JUAN MUÑOZ LOPEZ" userId="e7afc9df-227a-469d-a964-4a45c687ae27" providerId="ADAL" clId="{898390CC-64CD-47D7-8B2A-490D8EB34137}" dt="2025-10-18T22:05:34.086" v="1052" actId="26606"/>
          <ac:spMkLst>
            <pc:docMk/>
            <pc:sldMk cId="1877024552" sldId="388"/>
            <ac:spMk id="9" creationId="{98F6B4D2-E511-98AA-75F1-7ED5334BAF3E}"/>
          </ac:spMkLst>
        </pc:spChg>
        <pc:spChg chg="add del mod">
          <ac:chgData name="JUAN MUÑOZ LOPEZ" userId="e7afc9df-227a-469d-a964-4a45c687ae27" providerId="ADAL" clId="{898390CC-64CD-47D7-8B2A-490D8EB34137}" dt="2025-10-18T22:05:34.086" v="1052" actId="26606"/>
          <ac:spMkLst>
            <pc:docMk/>
            <pc:sldMk cId="1877024552" sldId="388"/>
            <ac:spMk id="11" creationId="{B5A8D47C-ED3F-8F52-3483-F9C5F6B20931}"/>
          </ac:spMkLst>
        </pc:spChg>
        <pc:spChg chg="add del mod">
          <ac:chgData name="JUAN MUÑOZ LOPEZ" userId="e7afc9df-227a-469d-a964-4a45c687ae27" providerId="ADAL" clId="{898390CC-64CD-47D7-8B2A-490D8EB34137}" dt="2025-10-18T22:05:34.086" v="1052" actId="26606"/>
          <ac:spMkLst>
            <pc:docMk/>
            <pc:sldMk cId="1877024552" sldId="388"/>
            <ac:spMk id="13" creationId="{697F9CC7-6E1F-84AD-DFCD-1B92C6582D36}"/>
          </ac:spMkLst>
        </pc:spChg>
        <pc:spChg chg="add del mod">
          <ac:chgData name="JUAN MUÑOZ LOPEZ" userId="e7afc9df-227a-469d-a964-4a45c687ae27" providerId="ADAL" clId="{898390CC-64CD-47D7-8B2A-490D8EB34137}" dt="2025-10-18T22:05:34.086" v="1052" actId="26606"/>
          <ac:spMkLst>
            <pc:docMk/>
            <pc:sldMk cId="1877024552" sldId="388"/>
            <ac:spMk id="15" creationId="{B71B93C0-D500-80A0-B085-AD8E8DD5A060}"/>
          </ac:spMkLst>
        </pc:spChg>
        <pc:graphicFrameChg chg="add del mod modGraphic">
          <ac:chgData name="JUAN MUÑOZ LOPEZ" userId="e7afc9df-227a-469d-a964-4a45c687ae27" providerId="ADAL" clId="{898390CC-64CD-47D7-8B2A-490D8EB34137}" dt="2025-10-18T23:12:59.075" v="2832" actId="207"/>
          <ac:graphicFrameMkLst>
            <pc:docMk/>
            <pc:sldMk cId="1877024552" sldId="388"/>
            <ac:graphicFrameMk id="4" creationId="{CC749503-00A6-491C-99EC-8C7700C52895}"/>
          </ac:graphicFrameMkLst>
        </pc:graphicFrameChg>
      </pc:sldChg>
      <pc:sldChg chg="addSp delSp modSp new mod">
        <pc:chgData name="JUAN MUÑOZ LOPEZ" userId="e7afc9df-227a-469d-a964-4a45c687ae27" providerId="ADAL" clId="{898390CC-64CD-47D7-8B2A-490D8EB34137}" dt="2025-10-18T23:11:58.827" v="2814" actId="1035"/>
        <pc:sldMkLst>
          <pc:docMk/>
          <pc:sldMk cId="2447367325" sldId="389"/>
        </pc:sldMkLst>
        <pc:spChg chg="mod">
          <ac:chgData name="JUAN MUÑOZ LOPEZ" userId="e7afc9df-227a-469d-a964-4a45c687ae27" providerId="ADAL" clId="{898390CC-64CD-47D7-8B2A-490D8EB34137}" dt="2025-10-18T23:11:51.849" v="2805" actId="27636"/>
          <ac:spMkLst>
            <pc:docMk/>
            <pc:sldMk cId="2447367325" sldId="389"/>
            <ac:spMk id="2" creationId="{79F34339-2502-BD79-680B-1EF620C3DB17}"/>
          </ac:spMkLst>
        </pc:spChg>
        <pc:spChg chg="del">
          <ac:chgData name="JUAN MUÑOZ LOPEZ" userId="e7afc9df-227a-469d-a964-4a45c687ae27" providerId="ADAL" clId="{898390CC-64CD-47D7-8B2A-490D8EB34137}" dt="2025-10-18T22:05:48.767" v="1054"/>
          <ac:spMkLst>
            <pc:docMk/>
            <pc:sldMk cId="2447367325" sldId="389"/>
            <ac:spMk id="3" creationId="{60D1FF68-A58A-7DA2-CF3E-FFE3C0A84C30}"/>
          </ac:spMkLst>
        </pc:spChg>
        <pc:graphicFrameChg chg="add mod modGraphic">
          <ac:chgData name="JUAN MUÑOZ LOPEZ" userId="e7afc9df-227a-469d-a964-4a45c687ae27" providerId="ADAL" clId="{898390CC-64CD-47D7-8B2A-490D8EB34137}" dt="2025-10-18T23:11:58.827" v="2814" actId="1035"/>
          <ac:graphicFrameMkLst>
            <pc:docMk/>
            <pc:sldMk cId="2447367325" sldId="389"/>
            <ac:graphicFrameMk id="4" creationId="{27864D31-33E9-D642-7524-AB04CC8F9F0F}"/>
          </ac:graphicFrameMkLst>
        </pc:graphicFrameChg>
      </pc:sldChg>
      <pc:sldChg chg="modSp add mod">
        <pc:chgData name="JUAN MUÑOZ LOPEZ" userId="e7afc9df-227a-469d-a964-4a45c687ae27" providerId="ADAL" clId="{898390CC-64CD-47D7-8B2A-490D8EB34137}" dt="2025-10-18T22:19:24.256" v="1290" actId="6549"/>
        <pc:sldMkLst>
          <pc:docMk/>
          <pc:sldMk cId="3886128731" sldId="390"/>
        </pc:sldMkLst>
        <pc:spChg chg="mod">
          <ac:chgData name="JUAN MUÑOZ LOPEZ" userId="e7afc9df-227a-469d-a964-4a45c687ae27" providerId="ADAL" clId="{898390CC-64CD-47D7-8B2A-490D8EB34137}" dt="2025-10-18T22:16:26.718" v="1265" actId="20577"/>
          <ac:spMkLst>
            <pc:docMk/>
            <pc:sldMk cId="3886128731" sldId="390"/>
            <ac:spMk id="2" creationId="{4CAEBBB3-2750-E14F-DE29-E4C01EC43B28}"/>
          </ac:spMkLst>
        </pc:spChg>
        <pc:spChg chg="mod">
          <ac:chgData name="JUAN MUÑOZ LOPEZ" userId="e7afc9df-227a-469d-a964-4a45c687ae27" providerId="ADAL" clId="{898390CC-64CD-47D7-8B2A-490D8EB34137}" dt="2025-10-18T22:18:34.882" v="1283" actId="20577"/>
          <ac:spMkLst>
            <pc:docMk/>
            <pc:sldMk cId="3886128731" sldId="390"/>
            <ac:spMk id="3" creationId="{CBE318BD-05ED-BCFF-DC35-821370725CB0}"/>
          </ac:spMkLst>
        </pc:spChg>
        <pc:spChg chg="mod">
          <ac:chgData name="JUAN MUÑOZ LOPEZ" userId="e7afc9df-227a-469d-a964-4a45c687ae27" providerId="ADAL" clId="{898390CC-64CD-47D7-8B2A-490D8EB34137}" dt="2025-10-18T22:16:13.382" v="1262"/>
          <ac:spMkLst>
            <pc:docMk/>
            <pc:sldMk cId="3886128731" sldId="390"/>
            <ac:spMk id="4" creationId="{7B2B44F5-D70D-5D99-A9E2-A38CE0137AA1}"/>
          </ac:spMkLst>
        </pc:spChg>
        <pc:spChg chg="mod">
          <ac:chgData name="JUAN MUÑOZ LOPEZ" userId="e7afc9df-227a-469d-a964-4a45c687ae27" providerId="ADAL" clId="{898390CC-64CD-47D7-8B2A-490D8EB34137}" dt="2025-10-18T22:19:24.256" v="1290" actId="6549"/>
          <ac:spMkLst>
            <pc:docMk/>
            <pc:sldMk cId="3886128731" sldId="390"/>
            <ac:spMk id="5" creationId="{88E995CF-C103-F08B-F8F9-5E1DCD7D16CC}"/>
          </ac:spMkLst>
        </pc:spChg>
        <pc:spChg chg="mod">
          <ac:chgData name="JUAN MUÑOZ LOPEZ" userId="e7afc9df-227a-469d-a964-4a45c687ae27" providerId="ADAL" clId="{898390CC-64CD-47D7-8B2A-490D8EB34137}" dt="2025-10-18T22:18:50.651" v="1285"/>
          <ac:spMkLst>
            <pc:docMk/>
            <pc:sldMk cId="3886128731" sldId="390"/>
            <ac:spMk id="6" creationId="{81FBD64C-3C60-B1E6-63AE-3496ADC01C38}"/>
          </ac:spMkLst>
        </pc:spChg>
        <pc:spChg chg="mod">
          <ac:chgData name="JUAN MUÑOZ LOPEZ" userId="e7afc9df-227a-469d-a964-4a45c687ae27" providerId="ADAL" clId="{898390CC-64CD-47D7-8B2A-490D8EB34137}" dt="2025-10-18T22:18:37.818" v="1284" actId="20577"/>
          <ac:spMkLst>
            <pc:docMk/>
            <pc:sldMk cId="3886128731" sldId="390"/>
            <ac:spMk id="7" creationId="{CD1AF998-394D-B1AF-5C0C-D920A44241A7}"/>
          </ac:spMkLst>
        </pc:spChg>
        <pc:spChg chg="mod">
          <ac:chgData name="JUAN MUÑOZ LOPEZ" userId="e7afc9df-227a-469d-a964-4a45c687ae27" providerId="ADAL" clId="{898390CC-64CD-47D7-8B2A-490D8EB34137}" dt="2025-10-18T22:17:37.888" v="1275"/>
          <ac:spMkLst>
            <pc:docMk/>
            <pc:sldMk cId="3886128731" sldId="390"/>
            <ac:spMk id="8" creationId="{727CD709-63A7-8EBA-085C-E765B78E5625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8T22:48:44.629" v="1829" actId="20577"/>
        <pc:sldMkLst>
          <pc:docMk/>
          <pc:sldMk cId="3766481197" sldId="391"/>
        </pc:sldMkLst>
        <pc:spChg chg="mod">
          <ac:chgData name="JUAN MUÑOZ LOPEZ" userId="e7afc9df-227a-469d-a964-4a45c687ae27" providerId="ADAL" clId="{898390CC-64CD-47D7-8B2A-490D8EB34137}" dt="2025-10-18T22:44:21.850" v="1697" actId="20577"/>
          <ac:spMkLst>
            <pc:docMk/>
            <pc:sldMk cId="3766481197" sldId="391"/>
            <ac:spMk id="2" creationId="{DF87FE26-43AF-BC45-2201-DC83AE2C0DB6}"/>
          </ac:spMkLst>
        </pc:spChg>
        <pc:spChg chg="add del mod">
          <ac:chgData name="JUAN MUÑOZ LOPEZ" userId="e7afc9df-227a-469d-a964-4a45c687ae27" providerId="ADAL" clId="{898390CC-64CD-47D7-8B2A-490D8EB34137}" dt="2025-10-18T22:48:44.629" v="1829" actId="20577"/>
          <ac:spMkLst>
            <pc:docMk/>
            <pc:sldMk cId="3766481197" sldId="391"/>
            <ac:spMk id="3" creationId="{FE409775-EC02-5641-F8FE-65B79A80C34B}"/>
          </ac:spMkLst>
        </pc:spChg>
        <pc:spChg chg="add mod">
          <ac:chgData name="JUAN MUÑOZ LOPEZ" userId="e7afc9df-227a-469d-a964-4a45c687ae27" providerId="ADAL" clId="{898390CC-64CD-47D7-8B2A-490D8EB34137}" dt="2025-10-18T22:35:00.295" v="1443"/>
          <ac:spMkLst>
            <pc:docMk/>
            <pc:sldMk cId="3766481197" sldId="391"/>
            <ac:spMk id="4" creationId="{07B6F4F1-7B30-D50F-C013-ABBBB8219275}"/>
          </ac:spMkLst>
        </pc:spChg>
      </pc:sldChg>
      <pc:sldChg chg="addSp delSp modSp new mod ord">
        <pc:chgData name="JUAN MUÑOZ LOPEZ" userId="e7afc9df-227a-469d-a964-4a45c687ae27" providerId="ADAL" clId="{898390CC-64CD-47D7-8B2A-490D8EB34137}" dt="2025-10-18T23:19:14.633" v="2996" actId="123"/>
        <pc:sldMkLst>
          <pc:docMk/>
          <pc:sldMk cId="52422445" sldId="392"/>
        </pc:sldMkLst>
        <pc:spChg chg="mod">
          <ac:chgData name="JUAN MUÑOZ LOPEZ" userId="e7afc9df-227a-469d-a964-4a45c687ae27" providerId="ADAL" clId="{898390CC-64CD-47D7-8B2A-490D8EB34137}" dt="2025-10-18T23:14:46.605" v="2869" actId="20577"/>
          <ac:spMkLst>
            <pc:docMk/>
            <pc:sldMk cId="52422445" sldId="392"/>
            <ac:spMk id="2" creationId="{54933A63-2073-D095-4738-80DF47BC0A80}"/>
          </ac:spMkLst>
        </pc:spChg>
        <pc:spChg chg="del">
          <ac:chgData name="JUAN MUÑOZ LOPEZ" userId="e7afc9df-227a-469d-a964-4a45c687ae27" providerId="ADAL" clId="{898390CC-64CD-47D7-8B2A-490D8EB34137}" dt="2025-10-18T23:14:57.930" v="2870"/>
          <ac:spMkLst>
            <pc:docMk/>
            <pc:sldMk cId="52422445" sldId="392"/>
            <ac:spMk id="3" creationId="{8FC339B5-D262-F45D-B168-D4BF19ED9A12}"/>
          </ac:spMkLst>
        </pc:spChg>
        <pc:spChg chg="add mod">
          <ac:chgData name="JUAN MUÑOZ LOPEZ" userId="e7afc9df-227a-469d-a964-4a45c687ae27" providerId="ADAL" clId="{898390CC-64CD-47D7-8B2A-490D8EB34137}" dt="2025-10-18T23:19:14.633" v="2996" actId="123"/>
          <ac:spMkLst>
            <pc:docMk/>
            <pc:sldMk cId="52422445" sldId="392"/>
            <ac:spMk id="4" creationId="{7453F1AC-1B1A-6347-53A4-43AEC54233CE}"/>
          </ac:spMkLst>
        </pc:spChg>
      </pc:sldChg>
      <pc:sldChg chg="modSp new mod">
        <pc:chgData name="JUAN MUÑOZ LOPEZ" userId="e7afc9df-227a-469d-a964-4a45c687ae27" providerId="ADAL" clId="{898390CC-64CD-47D7-8B2A-490D8EB34137}" dt="2025-10-18T23:22:18.475" v="3114" actId="20577"/>
        <pc:sldMkLst>
          <pc:docMk/>
          <pc:sldMk cId="2472982076" sldId="393"/>
        </pc:sldMkLst>
        <pc:spChg chg="mod">
          <ac:chgData name="JUAN MUÑOZ LOPEZ" userId="e7afc9df-227a-469d-a964-4a45c687ae27" providerId="ADAL" clId="{898390CC-64CD-47D7-8B2A-490D8EB34137}" dt="2025-10-18T22:56:17.399" v="2029" actId="20577"/>
          <ac:spMkLst>
            <pc:docMk/>
            <pc:sldMk cId="2472982076" sldId="393"/>
            <ac:spMk id="2" creationId="{A9F36586-98A6-BE99-9E1C-0C20C1BEFB38}"/>
          </ac:spMkLst>
        </pc:spChg>
        <pc:spChg chg="mod">
          <ac:chgData name="JUAN MUÑOZ LOPEZ" userId="e7afc9df-227a-469d-a964-4a45c687ae27" providerId="ADAL" clId="{898390CC-64CD-47D7-8B2A-490D8EB34137}" dt="2025-10-18T23:22:18.475" v="3114" actId="20577"/>
          <ac:spMkLst>
            <pc:docMk/>
            <pc:sldMk cId="2472982076" sldId="393"/>
            <ac:spMk id="3" creationId="{1AC2167C-56C9-8FEF-BA34-6B54AF49B22A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8T23:21:39.322" v="3089" actId="20577"/>
        <pc:sldMkLst>
          <pc:docMk/>
          <pc:sldMk cId="2303285586" sldId="394"/>
        </pc:sldMkLst>
        <pc:spChg chg="mod">
          <ac:chgData name="JUAN MUÑOZ LOPEZ" userId="e7afc9df-227a-469d-a964-4a45c687ae27" providerId="ADAL" clId="{898390CC-64CD-47D7-8B2A-490D8EB34137}" dt="2025-10-18T22:47:27.449" v="1797" actId="20577"/>
          <ac:spMkLst>
            <pc:docMk/>
            <pc:sldMk cId="2303285586" sldId="394"/>
            <ac:spMk id="2" creationId="{24D0A29A-B78F-15E4-BE02-A776011A67B6}"/>
          </ac:spMkLst>
        </pc:spChg>
        <pc:spChg chg="del">
          <ac:chgData name="JUAN MUÑOZ LOPEZ" userId="e7afc9df-227a-469d-a964-4a45c687ae27" providerId="ADAL" clId="{898390CC-64CD-47D7-8B2A-490D8EB34137}" dt="2025-10-18T22:45:02.428" v="1698" actId="478"/>
          <ac:spMkLst>
            <pc:docMk/>
            <pc:sldMk cId="2303285586" sldId="394"/>
            <ac:spMk id="3" creationId="{CA9DD3F3-80E9-3DF5-2BA1-9DC0D0341F38}"/>
          </ac:spMkLst>
        </pc:spChg>
        <pc:graphicFrameChg chg="add mod modGraphic">
          <ac:chgData name="JUAN MUÑOZ LOPEZ" userId="e7afc9df-227a-469d-a964-4a45c687ae27" providerId="ADAL" clId="{898390CC-64CD-47D7-8B2A-490D8EB34137}" dt="2025-10-18T23:21:39.322" v="3089" actId="20577"/>
          <ac:graphicFrameMkLst>
            <pc:docMk/>
            <pc:sldMk cId="2303285586" sldId="394"/>
            <ac:graphicFrameMk id="4" creationId="{9ECC13E1-8132-96B7-D044-9728D512FB82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8T22:54:36.452" v="2013" actId="1035"/>
        <pc:sldMkLst>
          <pc:docMk/>
          <pc:sldMk cId="1941922571" sldId="395"/>
        </pc:sldMkLst>
        <pc:spChg chg="mod">
          <ac:chgData name="JUAN MUÑOZ LOPEZ" userId="e7afc9df-227a-469d-a964-4a45c687ae27" providerId="ADAL" clId="{898390CC-64CD-47D7-8B2A-490D8EB34137}" dt="2025-10-18T22:50:25.322" v="1875" actId="20577"/>
          <ac:spMkLst>
            <pc:docMk/>
            <pc:sldMk cId="1941922571" sldId="395"/>
            <ac:spMk id="2" creationId="{CC7C164B-9446-0677-C754-51103E795983}"/>
          </ac:spMkLst>
        </pc:spChg>
        <pc:spChg chg="mod">
          <ac:chgData name="JUAN MUÑOZ LOPEZ" userId="e7afc9df-227a-469d-a964-4a45c687ae27" providerId="ADAL" clId="{898390CC-64CD-47D7-8B2A-490D8EB34137}" dt="2025-10-18T22:54:36.452" v="2013" actId="1035"/>
          <ac:spMkLst>
            <pc:docMk/>
            <pc:sldMk cId="1941922571" sldId="395"/>
            <ac:spMk id="3" creationId="{FB5A83D1-EC73-7E7F-71E5-D1902912977A}"/>
          </ac:spMkLst>
        </pc:spChg>
      </pc:sldChg>
      <pc:sldChg chg="addSp modSp new mod">
        <pc:chgData name="JUAN MUÑOZ LOPEZ" userId="e7afc9df-227a-469d-a964-4a45c687ae27" providerId="ADAL" clId="{898390CC-64CD-47D7-8B2A-490D8EB34137}" dt="2025-10-18T23:01:43.705" v="2112" actId="1038"/>
        <pc:sldMkLst>
          <pc:docMk/>
          <pc:sldMk cId="3952715195" sldId="396"/>
        </pc:sldMkLst>
        <pc:spChg chg="mod">
          <ac:chgData name="JUAN MUÑOZ LOPEZ" userId="e7afc9df-227a-469d-a964-4a45c687ae27" providerId="ADAL" clId="{898390CC-64CD-47D7-8B2A-490D8EB34137}" dt="2025-10-18T22:56:11.677" v="2015"/>
          <ac:spMkLst>
            <pc:docMk/>
            <pc:sldMk cId="3952715195" sldId="396"/>
            <ac:spMk id="2" creationId="{9DD6E190-3F56-AC1C-DB95-FD127DC0ED6F}"/>
          </ac:spMkLst>
        </pc:spChg>
        <pc:spChg chg="mod">
          <ac:chgData name="JUAN MUÑOZ LOPEZ" userId="e7afc9df-227a-469d-a964-4a45c687ae27" providerId="ADAL" clId="{898390CC-64CD-47D7-8B2A-490D8EB34137}" dt="2025-10-18T23:01:38.102" v="2104" actId="1037"/>
          <ac:spMkLst>
            <pc:docMk/>
            <pc:sldMk cId="3952715195" sldId="396"/>
            <ac:spMk id="3" creationId="{C5A69E0C-9E81-6790-7978-AF564B821701}"/>
          </ac:spMkLst>
        </pc:spChg>
        <pc:graphicFrameChg chg="add mod modGraphic">
          <ac:chgData name="JUAN MUÑOZ LOPEZ" userId="e7afc9df-227a-469d-a964-4a45c687ae27" providerId="ADAL" clId="{898390CC-64CD-47D7-8B2A-490D8EB34137}" dt="2025-10-18T23:01:43.705" v="2112" actId="1038"/>
          <ac:graphicFrameMkLst>
            <pc:docMk/>
            <pc:sldMk cId="3952715195" sldId="396"/>
            <ac:graphicFrameMk id="4" creationId="{E0B0DBFC-42CF-7432-EBE2-7CFDBE11F3F5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8T23:30:37.670" v="3229" actId="14100"/>
        <pc:sldMkLst>
          <pc:docMk/>
          <pc:sldMk cId="2116423173" sldId="397"/>
        </pc:sldMkLst>
        <pc:spChg chg="mod">
          <ac:chgData name="JUAN MUÑOZ LOPEZ" userId="e7afc9df-227a-469d-a964-4a45c687ae27" providerId="ADAL" clId="{898390CC-64CD-47D7-8B2A-490D8EB34137}" dt="2025-10-18T23:24:47.057" v="3133" actId="20577"/>
          <ac:spMkLst>
            <pc:docMk/>
            <pc:sldMk cId="2116423173" sldId="397"/>
            <ac:spMk id="2" creationId="{9C0C8145-3230-F6C2-0752-3A9EB8609037}"/>
          </ac:spMkLst>
        </pc:spChg>
        <pc:spChg chg="mod">
          <ac:chgData name="JUAN MUÑOZ LOPEZ" userId="e7afc9df-227a-469d-a964-4a45c687ae27" providerId="ADAL" clId="{898390CC-64CD-47D7-8B2A-490D8EB34137}" dt="2025-10-18T23:30:37.670" v="3229" actId="14100"/>
          <ac:spMkLst>
            <pc:docMk/>
            <pc:sldMk cId="2116423173" sldId="397"/>
            <ac:spMk id="3" creationId="{8AED36FE-861F-AC18-7167-94744B222472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8T23:32:11.968" v="3240" actId="1076"/>
        <pc:sldMkLst>
          <pc:docMk/>
          <pc:sldMk cId="912041252" sldId="398"/>
        </pc:sldMkLst>
        <pc:spChg chg="mod">
          <ac:chgData name="JUAN MUÑOZ LOPEZ" userId="e7afc9df-227a-469d-a964-4a45c687ae27" providerId="ADAL" clId="{898390CC-64CD-47D7-8B2A-490D8EB34137}" dt="2025-10-18T23:30:03.877" v="3222" actId="20577"/>
          <ac:spMkLst>
            <pc:docMk/>
            <pc:sldMk cId="912041252" sldId="398"/>
            <ac:spMk id="2" creationId="{82C91354-964C-1760-7000-4A3BF2290A38}"/>
          </ac:spMkLst>
        </pc:spChg>
        <pc:spChg chg="del">
          <ac:chgData name="JUAN MUÑOZ LOPEZ" userId="e7afc9df-227a-469d-a964-4a45c687ae27" providerId="ADAL" clId="{898390CC-64CD-47D7-8B2A-490D8EB34137}" dt="2025-10-18T23:30:46.702" v="3230"/>
          <ac:spMkLst>
            <pc:docMk/>
            <pc:sldMk cId="912041252" sldId="398"/>
            <ac:spMk id="3" creationId="{16692A46-22D9-8F36-10D7-6F362D6F7D1F}"/>
          </ac:spMkLst>
        </pc:spChg>
        <pc:graphicFrameChg chg="add mod modGraphic">
          <ac:chgData name="JUAN MUÑOZ LOPEZ" userId="e7afc9df-227a-469d-a964-4a45c687ae27" providerId="ADAL" clId="{898390CC-64CD-47D7-8B2A-490D8EB34137}" dt="2025-10-18T23:32:11.968" v="3240" actId="1076"/>
          <ac:graphicFrameMkLst>
            <pc:docMk/>
            <pc:sldMk cId="912041252" sldId="398"/>
            <ac:graphicFrameMk id="4" creationId="{F709E226-9600-F347-56D1-42E3532001B6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8T23:33:14.402" v="3285" actId="1076"/>
        <pc:sldMkLst>
          <pc:docMk/>
          <pc:sldMk cId="3305530581" sldId="399"/>
        </pc:sldMkLst>
        <pc:spChg chg="mod">
          <ac:chgData name="JUAN MUÑOZ LOPEZ" userId="e7afc9df-227a-469d-a964-4a45c687ae27" providerId="ADAL" clId="{898390CC-64CD-47D7-8B2A-490D8EB34137}" dt="2025-10-18T23:32:43.499" v="3279" actId="20577"/>
          <ac:spMkLst>
            <pc:docMk/>
            <pc:sldMk cId="3305530581" sldId="399"/>
            <ac:spMk id="2" creationId="{B441446F-EC68-6887-728E-80C1228A245B}"/>
          </ac:spMkLst>
        </pc:spChg>
        <pc:spChg chg="mod">
          <ac:chgData name="JUAN MUÑOZ LOPEZ" userId="e7afc9df-227a-469d-a964-4a45c687ae27" providerId="ADAL" clId="{898390CC-64CD-47D7-8B2A-490D8EB34137}" dt="2025-10-18T23:33:14.402" v="3285" actId="1076"/>
          <ac:spMkLst>
            <pc:docMk/>
            <pc:sldMk cId="3305530581" sldId="399"/>
            <ac:spMk id="3" creationId="{1CF09B27-0FBC-F6EB-755F-34D6D645F4DB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8T23:34:14.080" v="3329" actId="1076"/>
        <pc:sldMkLst>
          <pc:docMk/>
          <pc:sldMk cId="1437531042" sldId="400"/>
        </pc:sldMkLst>
        <pc:spChg chg="mod">
          <ac:chgData name="JUAN MUÑOZ LOPEZ" userId="e7afc9df-227a-469d-a964-4a45c687ae27" providerId="ADAL" clId="{898390CC-64CD-47D7-8B2A-490D8EB34137}" dt="2025-10-18T23:33:35.294" v="3320" actId="20577"/>
          <ac:spMkLst>
            <pc:docMk/>
            <pc:sldMk cId="1437531042" sldId="400"/>
            <ac:spMk id="2" creationId="{2AF743C1-9BFB-83FC-BB9A-9FC558307556}"/>
          </ac:spMkLst>
        </pc:spChg>
        <pc:spChg chg="del">
          <ac:chgData name="JUAN MUÑOZ LOPEZ" userId="e7afc9df-227a-469d-a964-4a45c687ae27" providerId="ADAL" clId="{898390CC-64CD-47D7-8B2A-490D8EB34137}" dt="2025-10-18T23:33:44.451" v="3321"/>
          <ac:spMkLst>
            <pc:docMk/>
            <pc:sldMk cId="1437531042" sldId="400"/>
            <ac:spMk id="3" creationId="{F8D6ACA8-CC33-B8CE-4D6B-B94D43F08386}"/>
          </ac:spMkLst>
        </pc:spChg>
        <pc:spChg chg="add mod">
          <ac:chgData name="JUAN MUÑOZ LOPEZ" userId="e7afc9df-227a-469d-a964-4a45c687ae27" providerId="ADAL" clId="{898390CC-64CD-47D7-8B2A-490D8EB34137}" dt="2025-10-18T23:34:14.080" v="3329" actId="1076"/>
          <ac:spMkLst>
            <pc:docMk/>
            <pc:sldMk cId="1437531042" sldId="400"/>
            <ac:spMk id="4" creationId="{9CBC5303-A64F-6433-2D8B-8D8194D4A3B1}"/>
          </ac:spMkLst>
        </pc:spChg>
      </pc:sldChg>
      <pc:sldChg chg="modSp new mod">
        <pc:chgData name="JUAN MUÑOZ LOPEZ" userId="e7afc9df-227a-469d-a964-4a45c687ae27" providerId="ADAL" clId="{898390CC-64CD-47D7-8B2A-490D8EB34137}" dt="2025-10-18T23:34:55.831" v="3380" actId="20577"/>
        <pc:sldMkLst>
          <pc:docMk/>
          <pc:sldMk cId="1566573027" sldId="401"/>
        </pc:sldMkLst>
        <pc:spChg chg="mod">
          <ac:chgData name="JUAN MUÑOZ LOPEZ" userId="e7afc9df-227a-469d-a964-4a45c687ae27" providerId="ADAL" clId="{898390CC-64CD-47D7-8B2A-490D8EB34137}" dt="2025-10-18T23:34:38.053" v="3373" actId="20577"/>
          <ac:spMkLst>
            <pc:docMk/>
            <pc:sldMk cId="1566573027" sldId="401"/>
            <ac:spMk id="2" creationId="{DB071CAE-F349-7D8F-43C4-16D154BC4CE8}"/>
          </ac:spMkLst>
        </pc:spChg>
        <pc:spChg chg="mod">
          <ac:chgData name="JUAN MUÑOZ LOPEZ" userId="e7afc9df-227a-469d-a964-4a45c687ae27" providerId="ADAL" clId="{898390CC-64CD-47D7-8B2A-490D8EB34137}" dt="2025-10-18T23:34:55.831" v="3380" actId="20577"/>
          <ac:spMkLst>
            <pc:docMk/>
            <pc:sldMk cId="1566573027" sldId="401"/>
            <ac:spMk id="3" creationId="{C910A678-4B88-7C5E-E199-DF2652079391}"/>
          </ac:spMkLst>
        </pc:spChg>
      </pc:sldChg>
      <pc:sldChg chg="modSp new mod">
        <pc:chgData name="JUAN MUÑOZ LOPEZ" userId="e7afc9df-227a-469d-a964-4a45c687ae27" providerId="ADAL" clId="{898390CC-64CD-47D7-8B2A-490D8EB34137}" dt="2025-10-18T23:38:15.966" v="3452" actId="242"/>
        <pc:sldMkLst>
          <pc:docMk/>
          <pc:sldMk cId="1412481550" sldId="402"/>
        </pc:sldMkLst>
        <pc:spChg chg="mod">
          <ac:chgData name="JUAN MUÑOZ LOPEZ" userId="e7afc9df-227a-469d-a964-4a45c687ae27" providerId="ADAL" clId="{898390CC-64CD-47D7-8B2A-490D8EB34137}" dt="2025-10-18T23:36:52.945" v="3435" actId="20577"/>
          <ac:spMkLst>
            <pc:docMk/>
            <pc:sldMk cId="1412481550" sldId="402"/>
            <ac:spMk id="2" creationId="{7D1C3A7A-E379-3EBE-DE67-453564BC28D1}"/>
          </ac:spMkLst>
        </pc:spChg>
        <pc:spChg chg="mod">
          <ac:chgData name="JUAN MUÑOZ LOPEZ" userId="e7afc9df-227a-469d-a964-4a45c687ae27" providerId="ADAL" clId="{898390CC-64CD-47D7-8B2A-490D8EB34137}" dt="2025-10-18T23:38:15.966" v="3452" actId="242"/>
          <ac:spMkLst>
            <pc:docMk/>
            <pc:sldMk cId="1412481550" sldId="402"/>
            <ac:spMk id="3" creationId="{6948463E-515F-7C35-4A3F-925A70777B37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8T23:40:08.571" v="3540" actId="1036"/>
        <pc:sldMkLst>
          <pc:docMk/>
          <pc:sldMk cId="821920701" sldId="403"/>
        </pc:sldMkLst>
        <pc:spChg chg="mod">
          <ac:chgData name="JUAN MUÑOZ LOPEZ" userId="e7afc9df-227a-469d-a964-4a45c687ae27" providerId="ADAL" clId="{898390CC-64CD-47D7-8B2A-490D8EB34137}" dt="2025-10-18T23:38:34.860" v="3508" actId="20577"/>
          <ac:spMkLst>
            <pc:docMk/>
            <pc:sldMk cId="821920701" sldId="403"/>
            <ac:spMk id="2" creationId="{A3EDDF89-DA25-F1BC-7D60-59163A92341C}"/>
          </ac:spMkLst>
        </pc:spChg>
        <pc:spChg chg="del">
          <ac:chgData name="JUAN MUÑOZ LOPEZ" userId="e7afc9df-227a-469d-a964-4a45c687ae27" providerId="ADAL" clId="{898390CC-64CD-47D7-8B2A-490D8EB34137}" dt="2025-10-18T23:38:37.391" v="3509"/>
          <ac:spMkLst>
            <pc:docMk/>
            <pc:sldMk cId="821920701" sldId="403"/>
            <ac:spMk id="3" creationId="{059BF0FF-3730-8416-B6B4-7AD2E7AFE669}"/>
          </ac:spMkLst>
        </pc:spChg>
        <pc:graphicFrameChg chg="add mod modGraphic">
          <ac:chgData name="JUAN MUÑOZ LOPEZ" userId="e7afc9df-227a-469d-a964-4a45c687ae27" providerId="ADAL" clId="{898390CC-64CD-47D7-8B2A-490D8EB34137}" dt="2025-10-18T23:40:08.571" v="3540" actId="1036"/>
          <ac:graphicFrameMkLst>
            <pc:docMk/>
            <pc:sldMk cId="821920701" sldId="403"/>
            <ac:graphicFrameMk id="4" creationId="{5CB5D9E4-0E4D-2057-DFAF-20270764DE36}"/>
          </ac:graphicFrameMkLst>
        </pc:graphicFrameChg>
      </pc:sldChg>
      <pc:sldChg chg="addSp delSp modSp new mod">
        <pc:chgData name="JUAN MUÑOZ LOPEZ" userId="e7afc9df-227a-469d-a964-4a45c687ae27" providerId="ADAL" clId="{898390CC-64CD-47D7-8B2A-490D8EB34137}" dt="2025-10-18T23:42:52.148" v="3585" actId="1036"/>
        <pc:sldMkLst>
          <pc:docMk/>
          <pc:sldMk cId="1320631041" sldId="404"/>
        </pc:sldMkLst>
        <pc:spChg chg="mod">
          <ac:chgData name="JUAN MUÑOZ LOPEZ" userId="e7afc9df-227a-469d-a964-4a45c687ae27" providerId="ADAL" clId="{898390CC-64CD-47D7-8B2A-490D8EB34137}" dt="2025-10-18T23:41:36.112" v="3569" actId="20577"/>
          <ac:spMkLst>
            <pc:docMk/>
            <pc:sldMk cId="1320631041" sldId="404"/>
            <ac:spMk id="2" creationId="{1184BF54-06E7-FE90-01B9-2A1F97558F56}"/>
          </ac:spMkLst>
        </pc:spChg>
        <pc:spChg chg="del">
          <ac:chgData name="JUAN MUÑOZ LOPEZ" userId="e7afc9df-227a-469d-a964-4a45c687ae27" providerId="ADAL" clId="{898390CC-64CD-47D7-8B2A-490D8EB34137}" dt="2025-10-18T23:41:38.448" v="3570"/>
          <ac:spMkLst>
            <pc:docMk/>
            <pc:sldMk cId="1320631041" sldId="404"/>
            <ac:spMk id="3" creationId="{904D29D5-C270-B8C3-799A-75896DDDA2DE}"/>
          </ac:spMkLst>
        </pc:spChg>
        <pc:graphicFrameChg chg="add mod modGraphic">
          <ac:chgData name="JUAN MUÑOZ LOPEZ" userId="e7afc9df-227a-469d-a964-4a45c687ae27" providerId="ADAL" clId="{898390CC-64CD-47D7-8B2A-490D8EB34137}" dt="2025-10-18T23:42:52.148" v="3585" actId="1036"/>
          <ac:graphicFrameMkLst>
            <pc:docMk/>
            <pc:sldMk cId="1320631041" sldId="404"/>
            <ac:graphicFrameMk id="4" creationId="{186B15BF-8BE2-0900-19F8-6E531B0E32C7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8T23:43:36.586" v="3624" actId="242"/>
        <pc:sldMkLst>
          <pc:docMk/>
          <pc:sldMk cId="2705014380" sldId="405"/>
        </pc:sldMkLst>
        <pc:spChg chg="mod">
          <ac:chgData name="JUAN MUÑOZ LOPEZ" userId="e7afc9df-227a-469d-a964-4a45c687ae27" providerId="ADAL" clId="{898390CC-64CD-47D7-8B2A-490D8EB34137}" dt="2025-10-18T23:43:18.395" v="3621" actId="20577"/>
          <ac:spMkLst>
            <pc:docMk/>
            <pc:sldMk cId="2705014380" sldId="405"/>
            <ac:spMk id="2" creationId="{C2A6C3BD-57E0-6A42-1174-F79A7D25DBBC}"/>
          </ac:spMkLst>
        </pc:spChg>
        <pc:spChg chg="mod">
          <ac:chgData name="JUAN MUÑOZ LOPEZ" userId="e7afc9df-227a-469d-a964-4a45c687ae27" providerId="ADAL" clId="{898390CC-64CD-47D7-8B2A-490D8EB34137}" dt="2025-10-18T23:43:36.586" v="3624" actId="242"/>
          <ac:spMkLst>
            <pc:docMk/>
            <pc:sldMk cId="2705014380" sldId="405"/>
            <ac:spMk id="3" creationId="{1AC800AD-8EC1-5F23-17F1-42E581C049D9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8T23:46:31.811" v="3709" actId="1076"/>
        <pc:sldMkLst>
          <pc:docMk/>
          <pc:sldMk cId="2270137459" sldId="406"/>
        </pc:sldMkLst>
        <pc:spChg chg="mod">
          <ac:chgData name="JUAN MUÑOZ LOPEZ" userId="e7afc9df-227a-469d-a964-4a45c687ae27" providerId="ADAL" clId="{898390CC-64CD-47D7-8B2A-490D8EB34137}" dt="2025-10-18T23:43:55.759" v="3651" actId="20577"/>
          <ac:spMkLst>
            <pc:docMk/>
            <pc:sldMk cId="2270137459" sldId="406"/>
            <ac:spMk id="2" creationId="{A39C757B-462D-C7FE-78D1-8CCD6E0590C7}"/>
          </ac:spMkLst>
        </pc:spChg>
        <pc:spChg chg="del">
          <ac:chgData name="JUAN MUÑOZ LOPEZ" userId="e7afc9df-227a-469d-a964-4a45c687ae27" providerId="ADAL" clId="{898390CC-64CD-47D7-8B2A-490D8EB34137}" dt="2025-10-18T23:43:47.855" v="3626"/>
          <ac:spMkLst>
            <pc:docMk/>
            <pc:sldMk cId="2270137459" sldId="406"/>
            <ac:spMk id="3" creationId="{05BC91A7-F09D-AAF8-20E1-39D8C3B84011}"/>
          </ac:spMkLst>
        </pc:spChg>
        <pc:spChg chg="add mod">
          <ac:chgData name="JUAN MUÑOZ LOPEZ" userId="e7afc9df-227a-469d-a964-4a45c687ae27" providerId="ADAL" clId="{898390CC-64CD-47D7-8B2A-490D8EB34137}" dt="2025-10-18T23:46:31.811" v="3709" actId="1076"/>
          <ac:spMkLst>
            <pc:docMk/>
            <pc:sldMk cId="2270137459" sldId="406"/>
            <ac:spMk id="6" creationId="{49C331CA-40EB-D755-A036-45C98C4D0BCC}"/>
          </ac:spMkLst>
        </pc:spChg>
        <pc:graphicFrameChg chg="add mod modGraphic">
          <ac:chgData name="JUAN MUÑOZ LOPEZ" userId="e7afc9df-227a-469d-a964-4a45c687ae27" providerId="ADAL" clId="{898390CC-64CD-47D7-8B2A-490D8EB34137}" dt="2025-10-18T23:46:24.864" v="3708" actId="1076"/>
          <ac:graphicFrameMkLst>
            <pc:docMk/>
            <pc:sldMk cId="2270137459" sldId="406"/>
            <ac:graphicFrameMk id="4" creationId="{9C7FFDFE-08AB-F971-4B74-0F99648E48B6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8T23:48:10.016" v="3764" actId="1076"/>
        <pc:sldMkLst>
          <pc:docMk/>
          <pc:sldMk cId="2203930158" sldId="407"/>
        </pc:sldMkLst>
        <pc:spChg chg="mod">
          <ac:chgData name="JUAN MUÑOZ LOPEZ" userId="e7afc9df-227a-469d-a964-4a45c687ae27" providerId="ADAL" clId="{898390CC-64CD-47D7-8B2A-490D8EB34137}" dt="2025-10-18T23:46:58.079" v="3739" actId="20577"/>
          <ac:spMkLst>
            <pc:docMk/>
            <pc:sldMk cId="2203930158" sldId="407"/>
            <ac:spMk id="2" creationId="{F991C314-46DE-3978-4BA6-081C000E3D16}"/>
          </ac:spMkLst>
        </pc:spChg>
        <pc:spChg chg="mod">
          <ac:chgData name="JUAN MUÑOZ LOPEZ" userId="e7afc9df-227a-469d-a964-4a45c687ae27" providerId="ADAL" clId="{898390CC-64CD-47D7-8B2A-490D8EB34137}" dt="2025-10-18T23:48:10.016" v="3764" actId="1076"/>
          <ac:spMkLst>
            <pc:docMk/>
            <pc:sldMk cId="2203930158" sldId="407"/>
            <ac:spMk id="3" creationId="{C68C6B00-3FC7-B0EF-8E01-5F55659D4E26}"/>
          </ac:spMkLst>
        </pc:spChg>
      </pc:sldChg>
      <pc:sldChg chg="modSp new mod">
        <pc:chgData name="JUAN MUÑOZ LOPEZ" userId="e7afc9df-227a-469d-a964-4a45c687ae27" providerId="ADAL" clId="{898390CC-64CD-47D7-8B2A-490D8EB34137}" dt="2025-10-19T00:20:10.264" v="3903" actId="12"/>
        <pc:sldMkLst>
          <pc:docMk/>
          <pc:sldMk cId="4263942322" sldId="408"/>
        </pc:sldMkLst>
        <pc:spChg chg="mod">
          <ac:chgData name="JUAN MUÑOZ LOPEZ" userId="e7afc9df-227a-469d-a964-4a45c687ae27" providerId="ADAL" clId="{898390CC-64CD-47D7-8B2A-490D8EB34137}" dt="2025-10-19T00:19:45.242" v="3900" actId="20577"/>
          <ac:spMkLst>
            <pc:docMk/>
            <pc:sldMk cId="4263942322" sldId="408"/>
            <ac:spMk id="2" creationId="{EEE20ABC-6866-9B6B-FC85-27365B67BCE2}"/>
          </ac:spMkLst>
        </pc:spChg>
        <pc:spChg chg="mod">
          <ac:chgData name="JUAN MUÑOZ LOPEZ" userId="e7afc9df-227a-469d-a964-4a45c687ae27" providerId="ADAL" clId="{898390CC-64CD-47D7-8B2A-490D8EB34137}" dt="2025-10-19T00:20:10.264" v="3903" actId="12"/>
          <ac:spMkLst>
            <pc:docMk/>
            <pc:sldMk cId="4263942322" sldId="408"/>
            <ac:spMk id="3" creationId="{485F0AE4-C32D-A95D-5A61-0CE39162F3F9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9T00:18:30.725" v="3884" actId="478"/>
        <pc:sldMkLst>
          <pc:docMk/>
          <pc:sldMk cId="2349818716" sldId="409"/>
        </pc:sldMkLst>
        <pc:spChg chg="mod">
          <ac:chgData name="JUAN MUÑOZ LOPEZ" userId="e7afc9df-227a-469d-a964-4a45c687ae27" providerId="ADAL" clId="{898390CC-64CD-47D7-8B2A-490D8EB34137}" dt="2025-10-19T00:07:35.072" v="3823" actId="20577"/>
          <ac:spMkLst>
            <pc:docMk/>
            <pc:sldMk cId="2349818716" sldId="409"/>
            <ac:spMk id="2" creationId="{E90B607E-2BFE-DC7A-AB0C-98DFBF7B9C6E}"/>
          </ac:spMkLst>
        </pc:spChg>
        <pc:spChg chg="add del mod">
          <ac:chgData name="JUAN MUÑOZ LOPEZ" userId="e7afc9df-227a-469d-a964-4a45c687ae27" providerId="ADAL" clId="{898390CC-64CD-47D7-8B2A-490D8EB34137}" dt="2025-10-19T00:09:35.301" v="3860" actId="123"/>
          <ac:spMkLst>
            <pc:docMk/>
            <pc:sldMk cId="2349818716" sldId="409"/>
            <ac:spMk id="3" creationId="{FEF910A9-914A-6918-922C-35078E6421D3}"/>
          </ac:spMkLst>
        </pc:spChg>
        <pc:spChg chg="add mod">
          <ac:chgData name="JUAN MUÑOZ LOPEZ" userId="e7afc9df-227a-469d-a964-4a45c687ae27" providerId="ADAL" clId="{898390CC-64CD-47D7-8B2A-490D8EB34137}" dt="2025-10-19T00:07:48.043" v="3825"/>
          <ac:spMkLst>
            <pc:docMk/>
            <pc:sldMk cId="2349818716" sldId="409"/>
            <ac:spMk id="5" creationId="{0D3299A8-A360-CD9A-352E-0191B7365EFC}"/>
          </ac:spMkLst>
        </pc:spChg>
        <pc:spChg chg="add mod">
          <ac:chgData name="JUAN MUÑOZ LOPEZ" userId="e7afc9df-227a-469d-a964-4a45c687ae27" providerId="ADAL" clId="{898390CC-64CD-47D7-8B2A-490D8EB34137}" dt="2025-10-19T00:07:48.043" v="3825"/>
          <ac:spMkLst>
            <pc:docMk/>
            <pc:sldMk cId="2349818716" sldId="409"/>
            <ac:spMk id="6" creationId="{A85D80A1-DFFE-99F7-5E15-A6383BDEA698}"/>
          </ac:spMkLst>
        </pc:spChg>
        <pc:spChg chg="add mod">
          <ac:chgData name="JUAN MUÑOZ LOPEZ" userId="e7afc9df-227a-469d-a964-4a45c687ae27" providerId="ADAL" clId="{898390CC-64CD-47D7-8B2A-490D8EB34137}" dt="2025-10-19T00:07:48.043" v="3825"/>
          <ac:spMkLst>
            <pc:docMk/>
            <pc:sldMk cId="2349818716" sldId="409"/>
            <ac:spMk id="7" creationId="{AF88AA91-8548-3485-B542-F3BBDFBD5398}"/>
          </ac:spMkLst>
        </pc:spChg>
        <pc:spChg chg="add mod">
          <ac:chgData name="JUAN MUÑOZ LOPEZ" userId="e7afc9df-227a-469d-a964-4a45c687ae27" providerId="ADAL" clId="{898390CC-64CD-47D7-8B2A-490D8EB34137}" dt="2025-10-19T00:07:48.043" v="3825"/>
          <ac:spMkLst>
            <pc:docMk/>
            <pc:sldMk cId="2349818716" sldId="409"/>
            <ac:spMk id="8" creationId="{5FB6A74A-A2C7-A5B1-5E71-EBE5079AF16C}"/>
          </ac:spMkLst>
        </pc:spChg>
        <pc:spChg chg="add mod">
          <ac:chgData name="JUAN MUÑOZ LOPEZ" userId="e7afc9df-227a-469d-a964-4a45c687ae27" providerId="ADAL" clId="{898390CC-64CD-47D7-8B2A-490D8EB34137}" dt="2025-10-19T00:07:48.043" v="3825"/>
          <ac:spMkLst>
            <pc:docMk/>
            <pc:sldMk cId="2349818716" sldId="409"/>
            <ac:spMk id="9" creationId="{B800ADEF-A496-C0EC-7C17-30DBAB4F16D2}"/>
          </ac:spMkLst>
        </pc:spChg>
        <pc:graphicFrameChg chg="add mod">
          <ac:chgData name="JUAN MUÑOZ LOPEZ" userId="e7afc9df-227a-469d-a964-4a45c687ae27" providerId="ADAL" clId="{898390CC-64CD-47D7-8B2A-490D8EB34137}" dt="2025-10-19T00:07:48.043" v="3825"/>
          <ac:graphicFrameMkLst>
            <pc:docMk/>
            <pc:sldMk cId="2349818716" sldId="409"/>
            <ac:graphicFrameMk id="4" creationId="{3CB35B1D-CFA8-7C8B-646E-33A7433CA356}"/>
          </ac:graphicFrameMkLst>
        </pc:graphicFrameChg>
        <pc:picChg chg="add del mod">
          <ac:chgData name="JUAN MUÑOZ LOPEZ" userId="e7afc9df-227a-469d-a964-4a45c687ae27" providerId="ADAL" clId="{898390CC-64CD-47D7-8B2A-490D8EB34137}" dt="2025-10-19T00:18:30.725" v="3884" actId="478"/>
          <ac:picMkLst>
            <pc:docMk/>
            <pc:sldMk cId="2349818716" sldId="409"/>
            <ac:picMk id="10" creationId="{39C2FEE7-962D-79E4-FBC3-6C3999C31CDD}"/>
          </ac:picMkLst>
        </pc:picChg>
        <pc:picChg chg="add del mod">
          <ac:chgData name="JUAN MUÑOZ LOPEZ" userId="e7afc9df-227a-469d-a964-4a45c687ae27" providerId="ADAL" clId="{898390CC-64CD-47D7-8B2A-490D8EB34137}" dt="2025-10-19T00:18:30.725" v="3884" actId="478"/>
          <ac:picMkLst>
            <pc:docMk/>
            <pc:sldMk cId="2349818716" sldId="409"/>
            <ac:picMk id="11" creationId="{1A27E6A7-C207-BC4F-4CBB-97B2E286E563}"/>
          </ac:picMkLst>
        </pc:picChg>
        <pc:picChg chg="add del mod">
          <ac:chgData name="JUAN MUÑOZ LOPEZ" userId="e7afc9df-227a-469d-a964-4a45c687ae27" providerId="ADAL" clId="{898390CC-64CD-47D7-8B2A-490D8EB34137}" dt="2025-10-19T00:18:30.725" v="3884" actId="478"/>
          <ac:picMkLst>
            <pc:docMk/>
            <pc:sldMk cId="2349818716" sldId="409"/>
            <ac:picMk id="12" creationId="{951513C2-F4B2-2B17-4B0C-78196FD2923C}"/>
          </ac:picMkLst>
        </pc:picChg>
        <pc:picChg chg="add mod">
          <ac:chgData name="JUAN MUÑOZ LOPEZ" userId="e7afc9df-227a-469d-a964-4a45c687ae27" providerId="ADAL" clId="{898390CC-64CD-47D7-8B2A-490D8EB34137}" dt="2025-10-19T00:11:12.894" v="3865" actId="1076"/>
          <ac:picMkLst>
            <pc:docMk/>
            <pc:sldMk cId="2349818716" sldId="409"/>
            <ac:picMk id="13" creationId="{B1C45F56-1938-46FD-C7C5-BC1E97F642FA}"/>
          </ac:picMkLst>
        </pc:picChg>
        <pc:picChg chg="add mod">
          <ac:chgData name="JUAN MUÑOZ LOPEZ" userId="e7afc9df-227a-469d-a964-4a45c687ae27" providerId="ADAL" clId="{898390CC-64CD-47D7-8B2A-490D8EB34137}" dt="2025-10-19T00:11:17.594" v="3866" actId="1076"/>
          <ac:picMkLst>
            <pc:docMk/>
            <pc:sldMk cId="2349818716" sldId="409"/>
            <ac:picMk id="14" creationId="{E5872736-7E1E-C09C-5088-4F885A3590AA}"/>
          </ac:picMkLst>
        </pc:picChg>
        <pc:picChg chg="add mod">
          <ac:chgData name="JUAN MUÑOZ LOPEZ" userId="e7afc9df-227a-469d-a964-4a45c687ae27" providerId="ADAL" clId="{898390CC-64CD-47D7-8B2A-490D8EB34137}" dt="2025-10-19T00:11:32.579" v="3870" actId="1076"/>
          <ac:picMkLst>
            <pc:docMk/>
            <pc:sldMk cId="2349818716" sldId="409"/>
            <ac:picMk id="16" creationId="{49EACC3B-154B-954F-E0CD-7B716610C1C9}"/>
          </ac:picMkLst>
        </pc:picChg>
        <pc:picChg chg="add mod">
          <ac:chgData name="JUAN MUÑOZ LOPEZ" userId="e7afc9df-227a-469d-a964-4a45c687ae27" providerId="ADAL" clId="{898390CC-64CD-47D7-8B2A-490D8EB34137}" dt="2025-10-19T00:18:26.417" v="3883" actId="14861"/>
          <ac:picMkLst>
            <pc:docMk/>
            <pc:sldMk cId="2349818716" sldId="409"/>
            <ac:picMk id="18" creationId="{AAC24208-45E9-828C-334B-59CFEA45F45C}"/>
          </ac:picMkLst>
        </pc:picChg>
        <pc:picChg chg="add mod">
          <ac:chgData name="JUAN MUÑOZ LOPEZ" userId="e7afc9df-227a-469d-a964-4a45c687ae27" providerId="ADAL" clId="{898390CC-64CD-47D7-8B2A-490D8EB34137}" dt="2025-10-19T00:18:19.413" v="3881" actId="14861"/>
          <ac:picMkLst>
            <pc:docMk/>
            <pc:sldMk cId="2349818716" sldId="409"/>
            <ac:picMk id="20" creationId="{9E1982B7-5710-4A3A-F0B3-EA6CE708E959}"/>
          </ac:picMkLst>
        </pc:picChg>
      </pc:sldChg>
      <pc:sldChg chg="addSp delSp modSp new mod">
        <pc:chgData name="JUAN MUÑOZ LOPEZ" userId="e7afc9df-227a-469d-a964-4a45c687ae27" providerId="ADAL" clId="{898390CC-64CD-47D7-8B2A-490D8EB34137}" dt="2025-10-19T00:22:00.651" v="3936" actId="1076"/>
        <pc:sldMkLst>
          <pc:docMk/>
          <pc:sldMk cId="3113071697" sldId="410"/>
        </pc:sldMkLst>
        <pc:spChg chg="mod">
          <ac:chgData name="JUAN MUÑOZ LOPEZ" userId="e7afc9df-227a-469d-a964-4a45c687ae27" providerId="ADAL" clId="{898390CC-64CD-47D7-8B2A-490D8EB34137}" dt="2025-10-19T00:21:27.555" v="3928" actId="20577"/>
          <ac:spMkLst>
            <pc:docMk/>
            <pc:sldMk cId="3113071697" sldId="410"/>
            <ac:spMk id="2" creationId="{34C2C15C-AED6-136D-DD08-195EF5016970}"/>
          </ac:spMkLst>
        </pc:spChg>
        <pc:spChg chg="del">
          <ac:chgData name="JUAN MUÑOZ LOPEZ" userId="e7afc9df-227a-469d-a964-4a45c687ae27" providerId="ADAL" clId="{898390CC-64CD-47D7-8B2A-490D8EB34137}" dt="2025-10-19T00:21:29.994" v="3929"/>
          <ac:spMkLst>
            <pc:docMk/>
            <pc:sldMk cId="3113071697" sldId="410"/>
            <ac:spMk id="3" creationId="{4B9CD1FB-72C8-21F2-4FAF-12B6C445BFFC}"/>
          </ac:spMkLst>
        </pc:spChg>
        <pc:spChg chg="add mod">
          <ac:chgData name="JUAN MUÑOZ LOPEZ" userId="e7afc9df-227a-469d-a964-4a45c687ae27" providerId="ADAL" clId="{898390CC-64CD-47D7-8B2A-490D8EB34137}" dt="2025-10-19T00:22:00.651" v="3936" actId="1076"/>
          <ac:spMkLst>
            <pc:docMk/>
            <pc:sldMk cId="3113071697" sldId="410"/>
            <ac:spMk id="4" creationId="{791B4AFA-BC57-4350-3D52-F2BA13BAE71B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9T01:39:15.026" v="5217" actId="20577"/>
        <pc:sldMkLst>
          <pc:docMk/>
          <pc:sldMk cId="100039016" sldId="411"/>
        </pc:sldMkLst>
        <pc:spChg chg="mod">
          <ac:chgData name="JUAN MUÑOZ LOPEZ" userId="e7afc9df-227a-469d-a964-4a45c687ae27" providerId="ADAL" clId="{898390CC-64CD-47D7-8B2A-490D8EB34137}" dt="2025-10-19T00:23:24.530" v="3952" actId="20577"/>
          <ac:spMkLst>
            <pc:docMk/>
            <pc:sldMk cId="100039016" sldId="411"/>
            <ac:spMk id="2" creationId="{9E77A944-2F19-5D07-6E80-79289627D39D}"/>
          </ac:spMkLst>
        </pc:spChg>
        <pc:spChg chg="del">
          <ac:chgData name="JUAN MUÑOZ LOPEZ" userId="e7afc9df-227a-469d-a964-4a45c687ae27" providerId="ADAL" clId="{898390CC-64CD-47D7-8B2A-490D8EB34137}" dt="2025-10-19T00:23:36.745" v="3953"/>
          <ac:spMkLst>
            <pc:docMk/>
            <pc:sldMk cId="100039016" sldId="411"/>
            <ac:spMk id="3" creationId="{C6D4D002-D54E-81D1-4121-8F35B53CFC3B}"/>
          </ac:spMkLst>
        </pc:spChg>
        <pc:spChg chg="add mod">
          <ac:chgData name="JUAN MUÑOZ LOPEZ" userId="e7afc9df-227a-469d-a964-4a45c687ae27" providerId="ADAL" clId="{898390CC-64CD-47D7-8B2A-490D8EB34137}" dt="2025-10-19T01:39:15.026" v="5217" actId="20577"/>
          <ac:spMkLst>
            <pc:docMk/>
            <pc:sldMk cId="100039016" sldId="411"/>
            <ac:spMk id="4" creationId="{07E3EC64-DFA1-A949-46F5-ABEB8D174489}"/>
          </ac:spMkLst>
        </pc:spChg>
      </pc:sldChg>
      <pc:sldChg chg="addSp delSp modSp new mod ord chgLayout">
        <pc:chgData name="JUAN MUÑOZ LOPEZ" userId="e7afc9df-227a-469d-a964-4a45c687ae27" providerId="ADAL" clId="{898390CC-64CD-47D7-8B2A-490D8EB34137}" dt="2025-10-19T01:01:04.087" v="4564" actId="14734"/>
        <pc:sldMkLst>
          <pc:docMk/>
          <pc:sldMk cId="1807634111" sldId="412"/>
        </pc:sldMkLst>
        <pc:spChg chg="mod ord">
          <ac:chgData name="JUAN MUÑOZ LOPEZ" userId="e7afc9df-227a-469d-a964-4a45c687ae27" providerId="ADAL" clId="{898390CC-64CD-47D7-8B2A-490D8EB34137}" dt="2025-10-19T00:32:52.589" v="4070" actId="20577"/>
          <ac:spMkLst>
            <pc:docMk/>
            <pc:sldMk cId="1807634111" sldId="412"/>
            <ac:spMk id="2" creationId="{E51AAA81-C0FA-8B35-3752-231E6AAFA681}"/>
          </ac:spMkLst>
        </pc:spChg>
        <pc:spChg chg="del">
          <ac:chgData name="JUAN MUÑOZ LOPEZ" userId="e7afc9df-227a-469d-a964-4a45c687ae27" providerId="ADAL" clId="{898390CC-64CD-47D7-8B2A-490D8EB34137}" dt="2025-10-19T00:30:24.121" v="4022"/>
          <ac:spMkLst>
            <pc:docMk/>
            <pc:sldMk cId="1807634111" sldId="412"/>
            <ac:spMk id="3" creationId="{9B2FB5C2-1B61-DBA3-0C7C-681E9380EBAD}"/>
          </ac:spMkLst>
        </pc:spChg>
        <pc:spChg chg="add del mod ord">
          <ac:chgData name="JUAN MUÑOZ LOPEZ" userId="e7afc9df-227a-469d-a964-4a45c687ae27" providerId="ADAL" clId="{898390CC-64CD-47D7-8B2A-490D8EB34137}" dt="2025-10-19T00:55:33.727" v="4498" actId="478"/>
          <ac:spMkLst>
            <pc:docMk/>
            <pc:sldMk cId="1807634111" sldId="412"/>
            <ac:spMk id="4" creationId="{4F4FDF83-0599-F74F-D3E9-793533B7DECD}"/>
          </ac:spMkLst>
        </pc:spChg>
        <pc:spChg chg="add del mod">
          <ac:chgData name="JUAN MUÑOZ LOPEZ" userId="e7afc9df-227a-469d-a964-4a45c687ae27" providerId="ADAL" clId="{898390CC-64CD-47D7-8B2A-490D8EB34137}" dt="2025-10-19T00:55:43.662" v="4499"/>
          <ac:spMkLst>
            <pc:docMk/>
            <pc:sldMk cId="1807634111" sldId="412"/>
            <ac:spMk id="5" creationId="{CA1AA047-59DE-B5E8-7A33-354B7E34ED6F}"/>
          </ac:spMkLst>
        </pc:spChg>
        <pc:graphicFrameChg chg="add mod modGraphic">
          <ac:chgData name="JUAN MUÑOZ LOPEZ" userId="e7afc9df-227a-469d-a964-4a45c687ae27" providerId="ADAL" clId="{898390CC-64CD-47D7-8B2A-490D8EB34137}" dt="2025-10-19T01:01:04.087" v="4564" actId="14734"/>
          <ac:graphicFrameMkLst>
            <pc:docMk/>
            <pc:sldMk cId="1807634111" sldId="412"/>
            <ac:graphicFrameMk id="6" creationId="{D76B00F3-89AF-A4F1-68F7-7F68B22D601B}"/>
          </ac:graphicFrameMkLst>
        </pc:graphicFrameChg>
      </pc:sldChg>
      <pc:sldChg chg="modSp add del mod">
        <pc:chgData name="JUAN MUÑOZ LOPEZ" userId="e7afc9df-227a-469d-a964-4a45c687ae27" providerId="ADAL" clId="{898390CC-64CD-47D7-8B2A-490D8EB34137}" dt="2025-10-19T00:39:30.827" v="4158" actId="47"/>
        <pc:sldMkLst>
          <pc:docMk/>
          <pc:sldMk cId="3086764145" sldId="413"/>
        </pc:sldMkLst>
        <pc:spChg chg="mod">
          <ac:chgData name="JUAN MUÑOZ LOPEZ" userId="e7afc9df-227a-469d-a964-4a45c687ae27" providerId="ADAL" clId="{898390CC-64CD-47D7-8B2A-490D8EB34137}" dt="2025-10-19T00:30:58.699" v="4029" actId="20577"/>
          <ac:spMkLst>
            <pc:docMk/>
            <pc:sldMk cId="3086764145" sldId="413"/>
            <ac:spMk id="4" creationId="{1AD36AD5-1B98-8E5C-F843-359DD2270659}"/>
          </ac:spMkLst>
        </pc:spChg>
      </pc:sldChg>
      <pc:sldChg chg="modSp add del mod">
        <pc:chgData name="JUAN MUÑOZ LOPEZ" userId="e7afc9df-227a-469d-a964-4a45c687ae27" providerId="ADAL" clId="{898390CC-64CD-47D7-8B2A-490D8EB34137}" dt="2025-10-19T00:57:01.417" v="4512" actId="47"/>
        <pc:sldMkLst>
          <pc:docMk/>
          <pc:sldMk cId="4029481492" sldId="414"/>
        </pc:sldMkLst>
        <pc:spChg chg="mod">
          <ac:chgData name="JUAN MUÑOZ LOPEZ" userId="e7afc9df-227a-469d-a964-4a45c687ae27" providerId="ADAL" clId="{898390CC-64CD-47D7-8B2A-490D8EB34137}" dt="2025-10-19T00:35:02.937" v="4108" actId="20577"/>
          <ac:spMkLst>
            <pc:docMk/>
            <pc:sldMk cId="4029481492" sldId="414"/>
            <ac:spMk id="2" creationId="{212BA3E2-6BE2-93D7-3D6C-56D4CDD456BF}"/>
          </ac:spMkLst>
        </pc:spChg>
        <pc:spChg chg="mod">
          <ac:chgData name="JUAN MUÑOZ LOPEZ" userId="e7afc9df-227a-469d-a964-4a45c687ae27" providerId="ADAL" clId="{898390CC-64CD-47D7-8B2A-490D8EB34137}" dt="2025-10-19T00:39:22.568" v="4157" actId="1076"/>
          <ac:spMkLst>
            <pc:docMk/>
            <pc:sldMk cId="4029481492" sldId="414"/>
            <ac:spMk id="4" creationId="{C8288817-8CFB-63B9-6F4A-D0ADADCA7BF6}"/>
          </ac:spMkLst>
        </pc:spChg>
      </pc:sldChg>
      <pc:sldChg chg="addSp delSp modSp add mod ord">
        <pc:chgData name="JUAN MUÑOZ LOPEZ" userId="e7afc9df-227a-469d-a964-4a45c687ae27" providerId="ADAL" clId="{898390CC-64CD-47D7-8B2A-490D8EB34137}" dt="2025-10-19T01:00:49.639" v="4562" actId="1076"/>
        <pc:sldMkLst>
          <pc:docMk/>
          <pc:sldMk cId="2718110814" sldId="415"/>
        </pc:sldMkLst>
        <pc:spChg chg="mod">
          <ac:chgData name="JUAN MUÑOZ LOPEZ" userId="e7afc9df-227a-469d-a964-4a45c687ae27" providerId="ADAL" clId="{898390CC-64CD-47D7-8B2A-490D8EB34137}" dt="2025-10-19T00:54:35.798" v="4489" actId="20577"/>
          <ac:spMkLst>
            <pc:docMk/>
            <pc:sldMk cId="2718110814" sldId="415"/>
            <ac:spMk id="2" creationId="{15AF0CEB-816A-406D-24F4-4BE6D4BE52A8}"/>
          </ac:spMkLst>
        </pc:spChg>
        <pc:spChg chg="add del mod">
          <ac:chgData name="JUAN MUÑOZ LOPEZ" userId="e7afc9df-227a-469d-a964-4a45c687ae27" providerId="ADAL" clId="{898390CC-64CD-47D7-8B2A-490D8EB34137}" dt="2025-10-19T00:55:58.944" v="4500"/>
          <ac:spMkLst>
            <pc:docMk/>
            <pc:sldMk cId="2718110814" sldId="415"/>
            <ac:spMk id="3" creationId="{D92AB6E5-C9BC-D649-1FFD-FC1A2805FBE9}"/>
          </ac:spMkLst>
        </pc:spChg>
        <pc:spChg chg="del mod">
          <ac:chgData name="JUAN MUÑOZ LOPEZ" userId="e7afc9df-227a-469d-a964-4a45c687ae27" providerId="ADAL" clId="{898390CC-64CD-47D7-8B2A-490D8EB34137}" dt="2025-10-19T00:54:11.246" v="4479" actId="478"/>
          <ac:spMkLst>
            <pc:docMk/>
            <pc:sldMk cId="2718110814" sldId="415"/>
            <ac:spMk id="4" creationId="{95BE180A-73ED-1E28-DADB-F40E0A9E383E}"/>
          </ac:spMkLst>
        </pc:spChg>
        <pc:graphicFrameChg chg="add mod modGraphic">
          <ac:chgData name="JUAN MUÑOZ LOPEZ" userId="e7afc9df-227a-469d-a964-4a45c687ae27" providerId="ADAL" clId="{898390CC-64CD-47D7-8B2A-490D8EB34137}" dt="2025-10-19T01:00:49.639" v="4562" actId="1076"/>
          <ac:graphicFrameMkLst>
            <pc:docMk/>
            <pc:sldMk cId="2718110814" sldId="415"/>
            <ac:graphicFrameMk id="5" creationId="{CA003191-6021-594E-AA87-8E260E7D9E7E}"/>
          </ac:graphicFrameMkLst>
        </pc:graphicFrameChg>
      </pc:sldChg>
      <pc:sldChg chg="addSp delSp modSp add mod">
        <pc:chgData name="JUAN MUÑOZ LOPEZ" userId="e7afc9df-227a-469d-a964-4a45c687ae27" providerId="ADAL" clId="{898390CC-64CD-47D7-8B2A-490D8EB34137}" dt="2025-10-19T01:01:27.523" v="4567" actId="14734"/>
        <pc:sldMkLst>
          <pc:docMk/>
          <pc:sldMk cId="2421677523" sldId="416"/>
        </pc:sldMkLst>
        <pc:spChg chg="mod">
          <ac:chgData name="JUAN MUÑOZ LOPEZ" userId="e7afc9df-227a-469d-a964-4a45c687ae27" providerId="ADAL" clId="{898390CC-64CD-47D7-8B2A-490D8EB34137}" dt="2025-10-19T00:33:23.420" v="4094" actId="20577"/>
          <ac:spMkLst>
            <pc:docMk/>
            <pc:sldMk cId="2421677523" sldId="416"/>
            <ac:spMk id="2" creationId="{9A97BD91-5E6D-E2C9-C8A6-12A144FD6928}"/>
          </ac:spMkLst>
        </pc:spChg>
        <pc:spChg chg="del mod">
          <ac:chgData name="JUAN MUÑOZ LOPEZ" userId="e7afc9df-227a-469d-a964-4a45c687ae27" providerId="ADAL" clId="{898390CC-64CD-47D7-8B2A-490D8EB34137}" dt="2025-10-19T00:56:27.508" v="4502" actId="478"/>
          <ac:spMkLst>
            <pc:docMk/>
            <pc:sldMk cId="2421677523" sldId="416"/>
            <ac:spMk id="4" creationId="{1E0844A0-1819-411C-A921-E36F9202313D}"/>
          </ac:spMkLst>
        </pc:spChg>
        <pc:spChg chg="add del mod">
          <ac:chgData name="JUAN MUÑOZ LOPEZ" userId="e7afc9df-227a-469d-a964-4a45c687ae27" providerId="ADAL" clId="{898390CC-64CD-47D7-8B2A-490D8EB34137}" dt="2025-10-19T00:56:28.434" v="4503"/>
          <ac:spMkLst>
            <pc:docMk/>
            <pc:sldMk cId="2421677523" sldId="416"/>
            <ac:spMk id="5" creationId="{32A0ADA9-90D6-B56C-4028-AAF34A9BEF8E}"/>
          </ac:spMkLst>
        </pc:spChg>
        <pc:graphicFrameChg chg="add mod">
          <ac:chgData name="JUAN MUÑOZ LOPEZ" userId="e7afc9df-227a-469d-a964-4a45c687ae27" providerId="ADAL" clId="{898390CC-64CD-47D7-8B2A-490D8EB34137}" dt="2025-10-19T00:56:23.828" v="4501"/>
          <ac:graphicFrameMkLst>
            <pc:docMk/>
            <pc:sldMk cId="2421677523" sldId="416"/>
            <ac:graphicFrameMk id="3" creationId="{6D6DA5CB-0C1E-10C3-1089-DD3B73BA131F}"/>
          </ac:graphicFrameMkLst>
        </pc:graphicFrameChg>
        <pc:graphicFrameChg chg="add mod modGraphic">
          <ac:chgData name="JUAN MUÑOZ LOPEZ" userId="e7afc9df-227a-469d-a964-4a45c687ae27" providerId="ADAL" clId="{898390CC-64CD-47D7-8B2A-490D8EB34137}" dt="2025-10-19T01:01:27.523" v="4567" actId="14734"/>
          <ac:graphicFrameMkLst>
            <pc:docMk/>
            <pc:sldMk cId="2421677523" sldId="416"/>
            <ac:graphicFrameMk id="6" creationId="{B93480B3-F7E5-2F2A-B4D8-1FE4F412A4B6}"/>
          </ac:graphicFrameMkLst>
        </pc:graphicFrameChg>
      </pc:sldChg>
      <pc:sldChg chg="addSp delSp modSp new mod">
        <pc:chgData name="JUAN MUÑOZ LOPEZ" userId="e7afc9df-227a-469d-a964-4a45c687ae27" providerId="ADAL" clId="{898390CC-64CD-47D7-8B2A-490D8EB34137}" dt="2025-10-19T00:52:36.006" v="4451" actId="20577"/>
        <pc:sldMkLst>
          <pc:docMk/>
          <pc:sldMk cId="366413349" sldId="417"/>
        </pc:sldMkLst>
        <pc:spChg chg="mod">
          <ac:chgData name="JUAN MUÑOZ LOPEZ" userId="e7afc9df-227a-469d-a964-4a45c687ae27" providerId="ADAL" clId="{898390CC-64CD-47D7-8B2A-490D8EB34137}" dt="2025-10-19T00:40:22.501" v="4170" actId="20577"/>
          <ac:spMkLst>
            <pc:docMk/>
            <pc:sldMk cId="366413349" sldId="417"/>
            <ac:spMk id="2" creationId="{019CF66E-BC63-43B1-61D9-9A0CD3C93F29}"/>
          </ac:spMkLst>
        </pc:spChg>
        <pc:spChg chg="del">
          <ac:chgData name="JUAN MUÑOZ LOPEZ" userId="e7afc9df-227a-469d-a964-4a45c687ae27" providerId="ADAL" clId="{898390CC-64CD-47D7-8B2A-490D8EB34137}" dt="2025-10-19T00:40:42.764" v="4171"/>
          <ac:spMkLst>
            <pc:docMk/>
            <pc:sldMk cId="366413349" sldId="417"/>
            <ac:spMk id="3" creationId="{8C3CFD9E-E66A-0FB3-D16B-F75B1B418665}"/>
          </ac:spMkLst>
        </pc:spChg>
        <pc:spChg chg="add mod">
          <ac:chgData name="JUAN MUÑOZ LOPEZ" userId="e7afc9df-227a-469d-a964-4a45c687ae27" providerId="ADAL" clId="{898390CC-64CD-47D7-8B2A-490D8EB34137}" dt="2025-10-19T00:52:36.006" v="4451" actId="20577"/>
          <ac:spMkLst>
            <pc:docMk/>
            <pc:sldMk cId="366413349" sldId="417"/>
            <ac:spMk id="4" creationId="{ECBEB459-4AAC-C060-C370-660C7241FE67}"/>
          </ac:spMkLst>
        </pc:spChg>
      </pc:sldChg>
      <pc:sldChg chg="modSp new mod">
        <pc:chgData name="JUAN MUÑOZ LOPEZ" userId="e7afc9df-227a-469d-a964-4a45c687ae27" providerId="ADAL" clId="{898390CC-64CD-47D7-8B2A-490D8EB34137}" dt="2025-10-19T00:45:02.699" v="4275" actId="20577"/>
        <pc:sldMkLst>
          <pc:docMk/>
          <pc:sldMk cId="868073023" sldId="418"/>
        </pc:sldMkLst>
        <pc:spChg chg="mod">
          <ac:chgData name="JUAN MUÑOZ LOPEZ" userId="e7afc9df-227a-469d-a964-4a45c687ae27" providerId="ADAL" clId="{898390CC-64CD-47D7-8B2A-490D8EB34137}" dt="2025-10-19T00:45:02.699" v="4275" actId="20577"/>
          <ac:spMkLst>
            <pc:docMk/>
            <pc:sldMk cId="868073023" sldId="418"/>
            <ac:spMk id="2" creationId="{EEA7DF2E-8467-C2ED-333B-4B5393AD9F45}"/>
          </ac:spMkLst>
        </pc:spChg>
        <pc:spChg chg="mod">
          <ac:chgData name="JUAN MUÑOZ LOPEZ" userId="e7afc9df-227a-469d-a964-4a45c687ae27" providerId="ADAL" clId="{898390CC-64CD-47D7-8B2A-490D8EB34137}" dt="2025-10-19T00:44:57.814" v="4265" actId="20577"/>
          <ac:spMkLst>
            <pc:docMk/>
            <pc:sldMk cId="868073023" sldId="418"/>
            <ac:spMk id="3" creationId="{1F704471-1EBD-92C0-344B-D135401B57D9}"/>
          </ac:spMkLst>
        </pc:spChg>
      </pc:sldChg>
      <pc:sldChg chg="addSp delSp modSp new mod ord">
        <pc:chgData name="JUAN MUÑOZ LOPEZ" userId="e7afc9df-227a-469d-a964-4a45c687ae27" providerId="ADAL" clId="{898390CC-64CD-47D7-8B2A-490D8EB34137}" dt="2025-10-19T00:55:28.820" v="4497"/>
        <pc:sldMkLst>
          <pc:docMk/>
          <pc:sldMk cId="3209365708" sldId="419"/>
        </pc:sldMkLst>
        <pc:spChg chg="mod">
          <ac:chgData name="JUAN MUÑOZ LOPEZ" userId="e7afc9df-227a-469d-a964-4a45c687ae27" providerId="ADAL" clId="{898390CC-64CD-47D7-8B2A-490D8EB34137}" dt="2025-10-19T00:45:27.163" v="4290" actId="20577"/>
          <ac:spMkLst>
            <pc:docMk/>
            <pc:sldMk cId="3209365708" sldId="419"/>
            <ac:spMk id="2" creationId="{A9A38A5E-9192-D514-85B1-7DB99E34205D}"/>
          </ac:spMkLst>
        </pc:spChg>
        <pc:spChg chg="del">
          <ac:chgData name="JUAN MUÑOZ LOPEZ" userId="e7afc9df-227a-469d-a964-4a45c687ae27" providerId="ADAL" clId="{898390CC-64CD-47D7-8B2A-490D8EB34137}" dt="2025-10-19T00:45:43.180" v="4291"/>
          <ac:spMkLst>
            <pc:docMk/>
            <pc:sldMk cId="3209365708" sldId="419"/>
            <ac:spMk id="3" creationId="{BEA3BE53-269F-749E-021C-8A0C8E7EA3C7}"/>
          </ac:spMkLst>
        </pc:spChg>
        <pc:spChg chg="add mod">
          <ac:chgData name="JUAN MUÑOZ LOPEZ" userId="e7afc9df-227a-469d-a964-4a45c687ae27" providerId="ADAL" clId="{898390CC-64CD-47D7-8B2A-490D8EB34137}" dt="2025-10-19T00:47:29.260" v="4339" actId="20577"/>
          <ac:spMkLst>
            <pc:docMk/>
            <pc:sldMk cId="3209365708" sldId="419"/>
            <ac:spMk id="6" creationId="{D9C8F82C-570D-51FF-1C09-7D1F55D51FA7}"/>
          </ac:spMkLst>
        </pc:spChg>
        <pc:graphicFrameChg chg="add mod modGraphic">
          <ac:chgData name="JUAN MUÑOZ LOPEZ" userId="e7afc9df-227a-469d-a964-4a45c687ae27" providerId="ADAL" clId="{898390CC-64CD-47D7-8B2A-490D8EB34137}" dt="2025-10-19T00:46:40.570" v="4309"/>
          <ac:graphicFrameMkLst>
            <pc:docMk/>
            <pc:sldMk cId="3209365708" sldId="419"/>
            <ac:graphicFrameMk id="4" creationId="{848868D3-488A-7F3B-148A-8063ED42D7E6}"/>
          </ac:graphicFrameMkLst>
        </pc:graphicFrameChg>
      </pc:sldChg>
      <pc:sldChg chg="addSp delSp modSp new mod ord">
        <pc:chgData name="JUAN MUÑOZ LOPEZ" userId="e7afc9df-227a-469d-a964-4a45c687ae27" providerId="ADAL" clId="{898390CC-64CD-47D7-8B2A-490D8EB34137}" dt="2025-10-19T00:55:16.608" v="4495"/>
        <pc:sldMkLst>
          <pc:docMk/>
          <pc:sldMk cId="3829904023" sldId="420"/>
        </pc:sldMkLst>
        <pc:spChg chg="mod">
          <ac:chgData name="JUAN MUÑOZ LOPEZ" userId="e7afc9df-227a-469d-a964-4a45c687ae27" providerId="ADAL" clId="{898390CC-64CD-47D7-8B2A-490D8EB34137}" dt="2025-10-19T00:52:05.412" v="4445" actId="20577"/>
          <ac:spMkLst>
            <pc:docMk/>
            <pc:sldMk cId="3829904023" sldId="420"/>
            <ac:spMk id="2" creationId="{1308F38D-B9FE-6849-60B0-CD92BE3104D0}"/>
          </ac:spMkLst>
        </pc:spChg>
        <pc:spChg chg="del">
          <ac:chgData name="JUAN MUÑOZ LOPEZ" userId="e7afc9df-227a-469d-a964-4a45c687ae27" providerId="ADAL" clId="{898390CC-64CD-47D7-8B2A-490D8EB34137}" dt="2025-10-19T00:49:27.663" v="4352"/>
          <ac:spMkLst>
            <pc:docMk/>
            <pc:sldMk cId="3829904023" sldId="420"/>
            <ac:spMk id="3" creationId="{C5DE9444-4DE0-5D57-C431-315CFD4D6C6B}"/>
          </ac:spMkLst>
        </pc:spChg>
        <pc:graphicFrameChg chg="add mod modGraphic">
          <ac:chgData name="JUAN MUÑOZ LOPEZ" userId="e7afc9df-227a-469d-a964-4a45c687ae27" providerId="ADAL" clId="{898390CC-64CD-47D7-8B2A-490D8EB34137}" dt="2025-10-19T00:51:55.246" v="4423" actId="14100"/>
          <ac:graphicFrameMkLst>
            <pc:docMk/>
            <pc:sldMk cId="3829904023" sldId="420"/>
            <ac:graphicFrameMk id="4" creationId="{1A20D46F-A7DF-FB4A-D7AA-CEBDD8968888}"/>
          </ac:graphicFrameMkLst>
        </pc:graphicFrameChg>
      </pc:sldChg>
      <pc:sldChg chg="modSp new del mod">
        <pc:chgData name="JUAN MUÑOZ LOPEZ" userId="e7afc9df-227a-469d-a964-4a45c687ae27" providerId="ADAL" clId="{898390CC-64CD-47D7-8B2A-490D8EB34137}" dt="2025-10-19T01:02:28.146" v="4575" actId="47"/>
        <pc:sldMkLst>
          <pc:docMk/>
          <pc:sldMk cId="1301325800" sldId="421"/>
        </pc:sldMkLst>
        <pc:spChg chg="mod">
          <ac:chgData name="JUAN MUÑOZ LOPEZ" userId="e7afc9df-227a-469d-a964-4a45c687ae27" providerId="ADAL" clId="{898390CC-64CD-47D7-8B2A-490D8EB34137}" dt="2025-10-19T00:53:10.218" v="4478" actId="20577"/>
          <ac:spMkLst>
            <pc:docMk/>
            <pc:sldMk cId="1301325800" sldId="421"/>
            <ac:spMk id="2" creationId="{D42BC23E-D2FB-1FC6-4E21-19EEF3A9F029}"/>
          </ac:spMkLst>
        </pc:spChg>
      </pc:sldChg>
      <pc:sldChg chg="modSp add mod">
        <pc:chgData name="JUAN MUÑOZ LOPEZ" userId="e7afc9df-227a-469d-a964-4a45c687ae27" providerId="ADAL" clId="{898390CC-64CD-47D7-8B2A-490D8EB34137}" dt="2025-10-19T01:02:16.861" v="4574" actId="20577"/>
        <pc:sldMkLst>
          <pc:docMk/>
          <pc:sldMk cId="2502883825" sldId="422"/>
        </pc:sldMkLst>
        <pc:spChg chg="mod">
          <ac:chgData name="JUAN MUÑOZ LOPEZ" userId="e7afc9df-227a-469d-a964-4a45c687ae27" providerId="ADAL" clId="{898390CC-64CD-47D7-8B2A-490D8EB34137}" dt="2025-10-19T00:56:36.064" v="4511" actId="20577"/>
          <ac:spMkLst>
            <pc:docMk/>
            <pc:sldMk cId="2502883825" sldId="422"/>
            <ac:spMk id="2" creationId="{8557DA9F-A82A-6F39-48BA-7527C88ABBFF}"/>
          </ac:spMkLst>
        </pc:spChg>
        <pc:graphicFrameChg chg="mod modGraphic">
          <ac:chgData name="JUAN MUÑOZ LOPEZ" userId="e7afc9df-227a-469d-a964-4a45c687ae27" providerId="ADAL" clId="{898390CC-64CD-47D7-8B2A-490D8EB34137}" dt="2025-10-19T01:02:16.861" v="4574" actId="20577"/>
          <ac:graphicFrameMkLst>
            <pc:docMk/>
            <pc:sldMk cId="2502883825" sldId="422"/>
            <ac:graphicFrameMk id="6" creationId="{AF4051E8-15E1-F95D-3E03-44ECAD9F3538}"/>
          </ac:graphicFrameMkLst>
        </pc:graphicFrameChg>
      </pc:sldChg>
      <pc:sldChg chg="addSp modSp new mod">
        <pc:chgData name="JUAN MUÑOZ LOPEZ" userId="e7afc9df-227a-469d-a964-4a45c687ae27" providerId="ADAL" clId="{898390CC-64CD-47D7-8B2A-490D8EB34137}" dt="2025-10-19T01:09:41.270" v="4652" actId="1076"/>
        <pc:sldMkLst>
          <pc:docMk/>
          <pc:sldMk cId="1594029602" sldId="423"/>
        </pc:sldMkLst>
        <pc:spChg chg="mod">
          <ac:chgData name="JUAN MUÑOZ LOPEZ" userId="e7afc9df-227a-469d-a964-4a45c687ae27" providerId="ADAL" clId="{898390CC-64CD-47D7-8B2A-490D8EB34137}" dt="2025-10-19T01:05:07.332" v="4602"/>
          <ac:spMkLst>
            <pc:docMk/>
            <pc:sldMk cId="1594029602" sldId="423"/>
            <ac:spMk id="2" creationId="{EA5E3740-99A9-4564-57E1-341C55C783E3}"/>
          </ac:spMkLst>
        </pc:spChg>
        <pc:spChg chg="mod">
          <ac:chgData name="JUAN MUÑOZ LOPEZ" userId="e7afc9df-227a-469d-a964-4a45c687ae27" providerId="ADAL" clId="{898390CC-64CD-47D7-8B2A-490D8EB34137}" dt="2025-10-19T01:09:41.270" v="4652" actId="1076"/>
          <ac:spMkLst>
            <pc:docMk/>
            <pc:sldMk cId="1594029602" sldId="423"/>
            <ac:spMk id="3" creationId="{7B0A135E-645F-1228-4E66-373626F8983D}"/>
          </ac:spMkLst>
        </pc:spChg>
        <pc:graphicFrameChg chg="add mod modGraphic">
          <ac:chgData name="JUAN MUÑOZ LOPEZ" userId="e7afc9df-227a-469d-a964-4a45c687ae27" providerId="ADAL" clId="{898390CC-64CD-47D7-8B2A-490D8EB34137}" dt="2025-10-19T01:09:26.428" v="4649" actId="14100"/>
          <ac:graphicFrameMkLst>
            <pc:docMk/>
            <pc:sldMk cId="1594029602" sldId="423"/>
            <ac:graphicFrameMk id="4" creationId="{0B52D65C-301A-155E-183E-E1CE28B159B6}"/>
          </ac:graphicFrameMkLst>
        </pc:graphicFrameChg>
      </pc:sldChg>
      <pc:sldChg chg="addSp delSp modSp new mod">
        <pc:chgData name="JUAN MUÑOZ LOPEZ" userId="e7afc9df-227a-469d-a964-4a45c687ae27" providerId="ADAL" clId="{898390CC-64CD-47D7-8B2A-490D8EB34137}" dt="2025-10-19T01:13:29.837" v="4777" actId="1076"/>
        <pc:sldMkLst>
          <pc:docMk/>
          <pc:sldMk cId="995088365" sldId="424"/>
        </pc:sldMkLst>
        <pc:spChg chg="mod">
          <ac:chgData name="JUAN MUÑOZ LOPEZ" userId="e7afc9df-227a-469d-a964-4a45c687ae27" providerId="ADAL" clId="{898390CC-64CD-47D7-8B2A-490D8EB34137}" dt="2025-10-19T01:13:02.466" v="4768" actId="20577"/>
          <ac:spMkLst>
            <pc:docMk/>
            <pc:sldMk cId="995088365" sldId="424"/>
            <ac:spMk id="2" creationId="{2FC3B016-1EBA-D153-836A-7739A27110AB}"/>
          </ac:spMkLst>
        </pc:spChg>
        <pc:spChg chg="del">
          <ac:chgData name="JUAN MUÑOZ LOPEZ" userId="e7afc9df-227a-469d-a964-4a45c687ae27" providerId="ADAL" clId="{898390CC-64CD-47D7-8B2A-490D8EB34137}" dt="2025-10-19T01:10:39.125" v="4685"/>
          <ac:spMkLst>
            <pc:docMk/>
            <pc:sldMk cId="995088365" sldId="424"/>
            <ac:spMk id="3" creationId="{C66DFC6D-6FFF-C120-730C-2A73F591BF17}"/>
          </ac:spMkLst>
        </pc:spChg>
        <pc:spChg chg="add mod">
          <ac:chgData name="JUAN MUÑOZ LOPEZ" userId="e7afc9df-227a-469d-a964-4a45c687ae27" providerId="ADAL" clId="{898390CC-64CD-47D7-8B2A-490D8EB34137}" dt="2025-10-19T01:13:22.902" v="4775" actId="1076"/>
          <ac:spMkLst>
            <pc:docMk/>
            <pc:sldMk cId="995088365" sldId="424"/>
            <ac:spMk id="6" creationId="{5DA51723-A970-68D7-C54C-CF0CC053D633}"/>
          </ac:spMkLst>
        </pc:spChg>
        <pc:graphicFrameChg chg="add mod modGraphic">
          <ac:chgData name="JUAN MUÑOZ LOPEZ" userId="e7afc9df-227a-469d-a964-4a45c687ae27" providerId="ADAL" clId="{898390CC-64CD-47D7-8B2A-490D8EB34137}" dt="2025-10-19T01:13:29.837" v="4777" actId="1076"/>
          <ac:graphicFrameMkLst>
            <pc:docMk/>
            <pc:sldMk cId="995088365" sldId="424"/>
            <ac:graphicFrameMk id="4" creationId="{B1ABF5A4-59E2-404F-1945-C0B1338A3B88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9T01:14:56.178" v="4782" actId="27636"/>
        <pc:sldMkLst>
          <pc:docMk/>
          <pc:sldMk cId="1556291370" sldId="425"/>
        </pc:sldMkLst>
        <pc:spChg chg="mod">
          <ac:chgData name="JUAN MUÑOZ LOPEZ" userId="e7afc9df-227a-469d-a964-4a45c687ae27" providerId="ADAL" clId="{898390CC-64CD-47D7-8B2A-490D8EB34137}" dt="2025-10-19T01:14:44.483" v="4780" actId="20577"/>
          <ac:spMkLst>
            <pc:docMk/>
            <pc:sldMk cId="1556291370" sldId="425"/>
            <ac:spMk id="2" creationId="{5E293129-3B23-E8EA-06E2-DA045DEA0A34}"/>
          </ac:spMkLst>
        </pc:spChg>
        <pc:spChg chg="mod">
          <ac:chgData name="JUAN MUÑOZ LOPEZ" userId="e7afc9df-227a-469d-a964-4a45c687ae27" providerId="ADAL" clId="{898390CC-64CD-47D7-8B2A-490D8EB34137}" dt="2025-10-19T01:14:56.178" v="4782" actId="27636"/>
          <ac:spMkLst>
            <pc:docMk/>
            <pc:sldMk cId="1556291370" sldId="425"/>
            <ac:spMk id="3" creationId="{1EAE4DF3-16DE-9D34-C2DF-8F698EA7F9FE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9T01:20:06.088" v="4858" actId="1076"/>
        <pc:sldMkLst>
          <pc:docMk/>
          <pc:sldMk cId="3556743938" sldId="426"/>
        </pc:sldMkLst>
        <pc:spChg chg="mod">
          <ac:chgData name="JUAN MUÑOZ LOPEZ" userId="e7afc9df-227a-469d-a964-4a45c687ae27" providerId="ADAL" clId="{898390CC-64CD-47D7-8B2A-490D8EB34137}" dt="2025-10-19T01:15:14.745" v="4805" actId="20577"/>
          <ac:spMkLst>
            <pc:docMk/>
            <pc:sldMk cId="3556743938" sldId="426"/>
            <ac:spMk id="2" creationId="{748517D3-463D-009A-DE73-3B80A785132D}"/>
          </ac:spMkLst>
        </pc:spChg>
        <pc:spChg chg="del">
          <ac:chgData name="JUAN MUÑOZ LOPEZ" userId="e7afc9df-227a-469d-a964-4a45c687ae27" providerId="ADAL" clId="{898390CC-64CD-47D7-8B2A-490D8EB34137}" dt="2025-10-19T01:15:22.658" v="4806"/>
          <ac:spMkLst>
            <pc:docMk/>
            <pc:sldMk cId="3556743938" sldId="426"/>
            <ac:spMk id="3" creationId="{66979F1E-5EB9-4F22-96B7-81ADB131DABE}"/>
          </ac:spMkLst>
        </pc:spChg>
        <pc:spChg chg="add mod">
          <ac:chgData name="JUAN MUÑOZ LOPEZ" userId="e7afc9df-227a-469d-a964-4a45c687ae27" providerId="ADAL" clId="{898390CC-64CD-47D7-8B2A-490D8EB34137}" dt="2025-10-19T01:19:05.544" v="4849" actId="14100"/>
          <ac:spMkLst>
            <pc:docMk/>
            <pc:sldMk cId="3556743938" sldId="426"/>
            <ac:spMk id="6" creationId="{A055A69D-1530-E3B7-26E7-07C6CAF19C92}"/>
          </ac:spMkLst>
        </pc:spChg>
        <pc:graphicFrameChg chg="add mod modGraphic">
          <ac:chgData name="JUAN MUÑOZ LOPEZ" userId="e7afc9df-227a-469d-a964-4a45c687ae27" providerId="ADAL" clId="{898390CC-64CD-47D7-8B2A-490D8EB34137}" dt="2025-10-19T01:19:26.327" v="4852" actId="207"/>
          <ac:graphicFrameMkLst>
            <pc:docMk/>
            <pc:sldMk cId="3556743938" sldId="426"/>
            <ac:graphicFrameMk id="4" creationId="{349E15D9-BD3B-C597-5CD2-3D5A6AC58A83}"/>
          </ac:graphicFrameMkLst>
        </pc:graphicFrameChg>
        <pc:graphicFrameChg chg="add mod modGraphic">
          <ac:chgData name="JUAN MUÑOZ LOPEZ" userId="e7afc9df-227a-469d-a964-4a45c687ae27" providerId="ADAL" clId="{898390CC-64CD-47D7-8B2A-490D8EB34137}" dt="2025-10-19T01:20:06.088" v="4858" actId="1076"/>
          <ac:graphicFrameMkLst>
            <pc:docMk/>
            <pc:sldMk cId="3556743938" sldId="426"/>
            <ac:graphicFrameMk id="7" creationId="{887C5A18-7A92-0A37-4D89-F15790A87901}"/>
          </ac:graphicFrameMkLst>
        </pc:graphicFrameChg>
      </pc:sldChg>
      <pc:sldChg chg="modSp new mod">
        <pc:chgData name="JUAN MUÑOZ LOPEZ" userId="e7afc9df-227a-469d-a964-4a45c687ae27" providerId="ADAL" clId="{898390CC-64CD-47D7-8B2A-490D8EB34137}" dt="2025-10-19T01:23:51.888" v="4923" actId="14100"/>
        <pc:sldMkLst>
          <pc:docMk/>
          <pc:sldMk cId="3155601895" sldId="427"/>
        </pc:sldMkLst>
        <pc:spChg chg="mod">
          <ac:chgData name="JUAN MUÑOZ LOPEZ" userId="e7afc9df-227a-469d-a964-4a45c687ae27" providerId="ADAL" clId="{898390CC-64CD-47D7-8B2A-490D8EB34137}" dt="2025-10-19T01:21:49.734" v="4889" actId="20577"/>
          <ac:spMkLst>
            <pc:docMk/>
            <pc:sldMk cId="3155601895" sldId="427"/>
            <ac:spMk id="2" creationId="{C227C358-C1F4-E5B4-2E9E-D677DD54CD4A}"/>
          </ac:spMkLst>
        </pc:spChg>
        <pc:spChg chg="mod">
          <ac:chgData name="JUAN MUÑOZ LOPEZ" userId="e7afc9df-227a-469d-a964-4a45c687ae27" providerId="ADAL" clId="{898390CC-64CD-47D7-8B2A-490D8EB34137}" dt="2025-10-19T01:23:51.888" v="4923" actId="14100"/>
          <ac:spMkLst>
            <pc:docMk/>
            <pc:sldMk cId="3155601895" sldId="427"/>
            <ac:spMk id="3" creationId="{59CE84EB-945A-905C-6FB3-712FC9F945D6}"/>
          </ac:spMkLst>
        </pc:spChg>
      </pc:sldChg>
      <pc:sldChg chg="modSp new mod">
        <pc:chgData name="JUAN MUÑOZ LOPEZ" userId="e7afc9df-227a-469d-a964-4a45c687ae27" providerId="ADAL" clId="{898390CC-64CD-47D7-8B2A-490D8EB34137}" dt="2025-10-19T01:25:36.405" v="5077" actId="113"/>
        <pc:sldMkLst>
          <pc:docMk/>
          <pc:sldMk cId="3636129643" sldId="428"/>
        </pc:sldMkLst>
        <pc:spChg chg="mod">
          <ac:chgData name="JUAN MUÑOZ LOPEZ" userId="e7afc9df-227a-469d-a964-4a45c687ae27" providerId="ADAL" clId="{898390CC-64CD-47D7-8B2A-490D8EB34137}" dt="2025-10-19T01:24:29.873" v="4963" actId="20577"/>
          <ac:spMkLst>
            <pc:docMk/>
            <pc:sldMk cId="3636129643" sldId="428"/>
            <ac:spMk id="2" creationId="{E6CF6BCE-7BBF-3AC8-F1F4-5CE018362B6A}"/>
          </ac:spMkLst>
        </pc:spChg>
        <pc:spChg chg="mod">
          <ac:chgData name="JUAN MUÑOZ LOPEZ" userId="e7afc9df-227a-469d-a964-4a45c687ae27" providerId="ADAL" clId="{898390CC-64CD-47D7-8B2A-490D8EB34137}" dt="2025-10-19T01:25:36.405" v="5077" actId="113"/>
          <ac:spMkLst>
            <pc:docMk/>
            <pc:sldMk cId="3636129643" sldId="428"/>
            <ac:spMk id="3" creationId="{BE36D5FD-7E15-0B65-B1C4-736242C30333}"/>
          </ac:spMkLst>
        </pc:spChg>
      </pc:sldChg>
      <pc:sldChg chg="addSp modSp new mod">
        <pc:chgData name="JUAN MUÑOZ LOPEZ" userId="e7afc9df-227a-469d-a964-4a45c687ae27" providerId="ADAL" clId="{898390CC-64CD-47D7-8B2A-490D8EB34137}" dt="2025-10-19T01:37:38.869" v="5187" actId="1076"/>
        <pc:sldMkLst>
          <pc:docMk/>
          <pc:sldMk cId="172053961" sldId="429"/>
        </pc:sldMkLst>
        <pc:spChg chg="mod">
          <ac:chgData name="JUAN MUÑOZ LOPEZ" userId="e7afc9df-227a-469d-a964-4a45c687ae27" providerId="ADAL" clId="{898390CC-64CD-47D7-8B2A-490D8EB34137}" dt="2025-10-19T01:37:30.862" v="5186" actId="20577"/>
          <ac:spMkLst>
            <pc:docMk/>
            <pc:sldMk cId="172053961" sldId="429"/>
            <ac:spMk id="2" creationId="{70D83307-D76F-1C59-494F-8CB189C01A37}"/>
          </ac:spMkLst>
        </pc:spChg>
        <pc:spChg chg="mod">
          <ac:chgData name="JUAN MUÑOZ LOPEZ" userId="e7afc9df-227a-469d-a964-4a45c687ae27" providerId="ADAL" clId="{898390CC-64CD-47D7-8B2A-490D8EB34137}" dt="2025-10-19T01:35:50.383" v="5133" actId="207"/>
          <ac:spMkLst>
            <pc:docMk/>
            <pc:sldMk cId="172053961" sldId="429"/>
            <ac:spMk id="3" creationId="{41C5713C-D3E2-DA84-B7B7-005101DCA6C1}"/>
          </ac:spMkLst>
        </pc:spChg>
        <pc:spChg chg="add mod">
          <ac:chgData name="JUAN MUÑOZ LOPEZ" userId="e7afc9df-227a-469d-a964-4a45c687ae27" providerId="ADAL" clId="{898390CC-64CD-47D7-8B2A-490D8EB34137}" dt="2025-10-19T01:37:38.869" v="5187" actId="1076"/>
          <ac:spMkLst>
            <pc:docMk/>
            <pc:sldMk cId="172053961" sldId="429"/>
            <ac:spMk id="5" creationId="{B7B1032E-2ABF-5F52-E281-34F692EFAA73}"/>
          </ac:spMkLst>
        </pc:spChg>
      </pc:sldChg>
      <pc:sldChg chg="modSp new mod ord">
        <pc:chgData name="JUAN MUÑOZ LOPEZ" userId="e7afc9df-227a-469d-a964-4a45c687ae27" providerId="ADAL" clId="{898390CC-64CD-47D7-8B2A-490D8EB34137}" dt="2025-10-19T04:43:40.517" v="5331"/>
        <pc:sldMkLst>
          <pc:docMk/>
          <pc:sldMk cId="4151281011" sldId="430"/>
        </pc:sldMkLst>
        <pc:spChg chg="mod">
          <ac:chgData name="JUAN MUÑOZ LOPEZ" userId="e7afc9df-227a-469d-a964-4a45c687ae27" providerId="ADAL" clId="{898390CC-64CD-47D7-8B2A-490D8EB34137}" dt="2025-10-19T01:39:58.472" v="5248" actId="20577"/>
          <ac:spMkLst>
            <pc:docMk/>
            <pc:sldMk cId="4151281011" sldId="430"/>
            <ac:spMk id="2" creationId="{17F3711C-A482-AE5D-0E3D-F633FA9A867A}"/>
          </ac:spMkLst>
        </pc:spChg>
        <pc:spChg chg="mod">
          <ac:chgData name="JUAN MUÑOZ LOPEZ" userId="e7afc9df-227a-469d-a964-4a45c687ae27" providerId="ADAL" clId="{898390CC-64CD-47D7-8B2A-490D8EB34137}" dt="2025-10-19T01:43:38.703" v="5329" actId="207"/>
          <ac:spMkLst>
            <pc:docMk/>
            <pc:sldMk cId="4151281011" sldId="430"/>
            <ac:spMk id="3" creationId="{042DB675-B9DD-8400-BC41-B9961373011F}"/>
          </ac:spMkLst>
        </pc:spChg>
      </pc:sldChg>
      <pc:sldChg chg="addSp modSp new mod">
        <pc:chgData name="JUAN MUÑOZ LOPEZ" userId="e7afc9df-227a-469d-a964-4a45c687ae27" providerId="ADAL" clId="{898390CC-64CD-47D7-8B2A-490D8EB34137}" dt="2025-10-19T04:46:24.728" v="5374" actId="1076"/>
        <pc:sldMkLst>
          <pc:docMk/>
          <pc:sldMk cId="140075921" sldId="431"/>
        </pc:sldMkLst>
        <pc:spChg chg="mod">
          <ac:chgData name="JUAN MUÑOZ LOPEZ" userId="e7afc9df-227a-469d-a964-4a45c687ae27" providerId="ADAL" clId="{898390CC-64CD-47D7-8B2A-490D8EB34137}" dt="2025-10-19T04:44:08.809" v="5333"/>
          <ac:spMkLst>
            <pc:docMk/>
            <pc:sldMk cId="140075921" sldId="431"/>
            <ac:spMk id="2" creationId="{137A29F8-AA3F-2866-91F0-8B136CEAE046}"/>
          </ac:spMkLst>
        </pc:spChg>
        <pc:spChg chg="mod">
          <ac:chgData name="JUAN MUÑOZ LOPEZ" userId="e7afc9df-227a-469d-a964-4a45c687ae27" providerId="ADAL" clId="{898390CC-64CD-47D7-8B2A-490D8EB34137}" dt="2025-10-19T04:46:11.096" v="5372" actId="1036"/>
          <ac:spMkLst>
            <pc:docMk/>
            <pc:sldMk cId="140075921" sldId="431"/>
            <ac:spMk id="3" creationId="{B51E53FF-3164-84AC-C2C0-4958F65229D1}"/>
          </ac:spMkLst>
        </pc:spChg>
        <pc:spChg chg="add mod">
          <ac:chgData name="JUAN MUÑOZ LOPEZ" userId="e7afc9df-227a-469d-a964-4a45c687ae27" providerId="ADAL" clId="{898390CC-64CD-47D7-8B2A-490D8EB34137}" dt="2025-10-19T04:46:24.728" v="5374" actId="1076"/>
          <ac:spMkLst>
            <pc:docMk/>
            <pc:sldMk cId="140075921" sldId="431"/>
            <ac:spMk id="5" creationId="{EF489C15-026E-2839-6C5F-7C68F72C8100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9T04:53:08.861" v="5518" actId="1036"/>
        <pc:sldMkLst>
          <pc:docMk/>
          <pc:sldMk cId="2920168399" sldId="432"/>
        </pc:sldMkLst>
        <pc:spChg chg="mod">
          <ac:chgData name="JUAN MUÑOZ LOPEZ" userId="e7afc9df-227a-469d-a964-4a45c687ae27" providerId="ADAL" clId="{898390CC-64CD-47D7-8B2A-490D8EB34137}" dt="2025-10-19T04:51:16.715" v="5488" actId="1076"/>
          <ac:spMkLst>
            <pc:docMk/>
            <pc:sldMk cId="2920168399" sldId="432"/>
            <ac:spMk id="2" creationId="{45D5FFEE-BB33-266E-3118-020002D44D75}"/>
          </ac:spMkLst>
        </pc:spChg>
        <pc:spChg chg="del">
          <ac:chgData name="JUAN MUÑOZ LOPEZ" userId="e7afc9df-227a-469d-a964-4a45c687ae27" providerId="ADAL" clId="{898390CC-64CD-47D7-8B2A-490D8EB34137}" dt="2025-10-19T04:46:56.706" v="5430"/>
          <ac:spMkLst>
            <pc:docMk/>
            <pc:sldMk cId="2920168399" sldId="432"/>
            <ac:spMk id="3" creationId="{B193BEC4-40DB-B8FA-6B49-DB79866DBBD0}"/>
          </ac:spMkLst>
        </pc:spChg>
        <pc:spChg chg="add mod">
          <ac:chgData name="JUAN MUÑOZ LOPEZ" userId="e7afc9df-227a-469d-a964-4a45c687ae27" providerId="ADAL" clId="{898390CC-64CD-47D7-8B2A-490D8EB34137}" dt="2025-10-19T04:53:08.861" v="5518" actId="1036"/>
          <ac:spMkLst>
            <pc:docMk/>
            <pc:sldMk cId="2920168399" sldId="432"/>
            <ac:spMk id="6" creationId="{72D46152-B2B5-2582-8C13-D07D0E5021D6}"/>
          </ac:spMkLst>
        </pc:spChg>
        <pc:spChg chg="add mod">
          <ac:chgData name="JUAN MUÑOZ LOPEZ" userId="e7afc9df-227a-469d-a964-4a45c687ae27" providerId="ADAL" clId="{898390CC-64CD-47D7-8B2A-490D8EB34137}" dt="2025-10-19T04:53:04.057" v="5514" actId="1037"/>
          <ac:spMkLst>
            <pc:docMk/>
            <pc:sldMk cId="2920168399" sldId="432"/>
            <ac:spMk id="8" creationId="{5C0BE831-AA94-EDB6-0A40-1709CBE3B165}"/>
          </ac:spMkLst>
        </pc:spChg>
        <pc:graphicFrameChg chg="add mod modGraphic">
          <ac:chgData name="JUAN MUÑOZ LOPEZ" userId="e7afc9df-227a-469d-a964-4a45c687ae27" providerId="ADAL" clId="{898390CC-64CD-47D7-8B2A-490D8EB34137}" dt="2025-10-19T04:52:54.504" v="5512" actId="1076"/>
          <ac:graphicFrameMkLst>
            <pc:docMk/>
            <pc:sldMk cId="2920168399" sldId="432"/>
            <ac:graphicFrameMk id="4" creationId="{E6562A48-B12B-DBC1-10D4-B2E4EACD8759}"/>
          </ac:graphicFrameMkLst>
        </pc:graphicFrameChg>
      </pc:sldChg>
      <pc:sldChg chg="addSp delSp modSp add mod ord">
        <pc:chgData name="JUAN MUÑOZ LOPEZ" userId="e7afc9df-227a-469d-a964-4a45c687ae27" providerId="ADAL" clId="{898390CC-64CD-47D7-8B2A-490D8EB34137}" dt="2025-10-19T05:00:06.569" v="5552" actId="14100"/>
        <pc:sldMkLst>
          <pc:docMk/>
          <pc:sldMk cId="1101875516" sldId="433"/>
        </pc:sldMkLst>
        <pc:spChg chg="mod">
          <ac:chgData name="JUAN MUÑOZ LOPEZ" userId="e7afc9df-227a-469d-a964-4a45c687ae27" providerId="ADAL" clId="{898390CC-64CD-47D7-8B2A-490D8EB34137}" dt="2025-10-19T04:58:28.015" v="5542"/>
          <ac:spMkLst>
            <pc:docMk/>
            <pc:sldMk cId="1101875516" sldId="433"/>
            <ac:spMk id="8" creationId="{4600CE2A-2032-A906-C136-B1BF38A0F3DF}"/>
          </ac:spMkLst>
        </pc:spChg>
        <pc:spChg chg="add del">
          <ac:chgData name="JUAN MUÑOZ LOPEZ" userId="e7afc9df-227a-469d-a964-4a45c687ae27" providerId="ADAL" clId="{898390CC-64CD-47D7-8B2A-490D8EB34137}" dt="2025-10-19T04:59:42.668" v="5546" actId="26606"/>
          <ac:spMkLst>
            <pc:docMk/>
            <pc:sldMk cId="1101875516" sldId="433"/>
            <ac:spMk id="28679" creationId="{6682BDB7-3700-3F07-2803-89CD92103D55}"/>
          </ac:spMkLst>
        </pc:spChg>
        <pc:picChg chg="del">
          <ac:chgData name="JUAN MUÑOZ LOPEZ" userId="e7afc9df-227a-469d-a964-4a45c687ae27" providerId="ADAL" clId="{898390CC-64CD-47D7-8B2A-490D8EB34137}" dt="2025-10-19T04:59:35.847" v="5543" actId="478"/>
          <ac:picMkLst>
            <pc:docMk/>
            <pc:sldMk cId="1101875516" sldId="433"/>
            <ac:picMk id="1026" creationId="{F52610E6-7E56-BBD0-A0E7-1AA0FEBCDD2F}"/>
          </ac:picMkLst>
        </pc:picChg>
        <pc:picChg chg="add mod">
          <ac:chgData name="JUAN MUÑOZ LOPEZ" userId="e7afc9df-227a-469d-a964-4a45c687ae27" providerId="ADAL" clId="{898390CC-64CD-47D7-8B2A-490D8EB34137}" dt="2025-10-19T05:00:06.569" v="5552" actId="14100"/>
          <ac:picMkLst>
            <pc:docMk/>
            <pc:sldMk cId="1101875516" sldId="433"/>
            <ac:picMk id="28674" creationId="{29C17BD8-5136-7FF4-F822-5699397AEFF5}"/>
          </ac:picMkLst>
        </pc:picChg>
      </pc:sldChg>
      <pc:sldChg chg="addSp delSp modSp new mod modClrScheme chgLayout">
        <pc:chgData name="JUAN MUÑOZ LOPEZ" userId="e7afc9df-227a-469d-a964-4a45c687ae27" providerId="ADAL" clId="{898390CC-64CD-47D7-8B2A-490D8EB34137}" dt="2025-10-19T05:08:22.564" v="5567" actId="12"/>
        <pc:sldMkLst>
          <pc:docMk/>
          <pc:sldMk cId="2377923691" sldId="434"/>
        </pc:sldMkLst>
        <pc:spChg chg="del mod ord">
          <ac:chgData name="JUAN MUÑOZ LOPEZ" userId="e7afc9df-227a-469d-a964-4a45c687ae27" providerId="ADAL" clId="{898390CC-64CD-47D7-8B2A-490D8EB34137}" dt="2025-10-19T05:07:46.878" v="5554" actId="700"/>
          <ac:spMkLst>
            <pc:docMk/>
            <pc:sldMk cId="2377923691" sldId="434"/>
            <ac:spMk id="2" creationId="{6E5C6291-195A-4177-62AB-33581BCF7A29}"/>
          </ac:spMkLst>
        </pc:spChg>
        <pc:spChg chg="del mod ord">
          <ac:chgData name="JUAN MUÑOZ LOPEZ" userId="e7afc9df-227a-469d-a964-4a45c687ae27" providerId="ADAL" clId="{898390CC-64CD-47D7-8B2A-490D8EB34137}" dt="2025-10-19T05:07:46.878" v="5554" actId="700"/>
          <ac:spMkLst>
            <pc:docMk/>
            <pc:sldMk cId="2377923691" sldId="434"/>
            <ac:spMk id="3" creationId="{BF43C1BF-AB8D-116B-9DE4-5D5F317A4F2E}"/>
          </ac:spMkLst>
        </pc:spChg>
        <pc:spChg chg="del">
          <ac:chgData name="JUAN MUÑOZ LOPEZ" userId="e7afc9df-227a-469d-a964-4a45c687ae27" providerId="ADAL" clId="{898390CC-64CD-47D7-8B2A-490D8EB34137}" dt="2025-10-19T05:07:46.878" v="5554" actId="700"/>
          <ac:spMkLst>
            <pc:docMk/>
            <pc:sldMk cId="2377923691" sldId="434"/>
            <ac:spMk id="4" creationId="{36B3326F-3E7F-E0A3-F4B1-5915B1207122}"/>
          </ac:spMkLst>
        </pc:spChg>
        <pc:spChg chg="add mod ord">
          <ac:chgData name="JUAN MUÑOZ LOPEZ" userId="e7afc9df-227a-469d-a964-4a45c687ae27" providerId="ADAL" clId="{898390CC-64CD-47D7-8B2A-490D8EB34137}" dt="2025-10-19T05:07:51.702" v="5562" actId="20577"/>
          <ac:spMkLst>
            <pc:docMk/>
            <pc:sldMk cId="2377923691" sldId="434"/>
            <ac:spMk id="5" creationId="{72FE5BD2-73D0-4A1A-3854-7429EE24A10A}"/>
          </ac:spMkLst>
        </pc:spChg>
        <pc:spChg chg="add mod ord">
          <ac:chgData name="JUAN MUÑOZ LOPEZ" userId="e7afc9df-227a-469d-a964-4a45c687ae27" providerId="ADAL" clId="{898390CC-64CD-47D7-8B2A-490D8EB34137}" dt="2025-10-19T05:08:22.564" v="5567" actId="12"/>
          <ac:spMkLst>
            <pc:docMk/>
            <pc:sldMk cId="2377923691" sldId="434"/>
            <ac:spMk id="6" creationId="{AF73160F-6A1A-E92D-5804-3E03D84F79CA}"/>
          </ac:spMkLst>
        </pc:spChg>
      </pc:sldChg>
      <pc:sldChg chg="addSp delSp modSp new mod">
        <pc:chgData name="JUAN MUÑOZ LOPEZ" userId="e7afc9df-227a-469d-a964-4a45c687ae27" providerId="ADAL" clId="{898390CC-64CD-47D7-8B2A-490D8EB34137}" dt="2025-10-19T05:10:57.354" v="5629" actId="1076"/>
        <pc:sldMkLst>
          <pc:docMk/>
          <pc:sldMk cId="236255040" sldId="435"/>
        </pc:sldMkLst>
        <pc:spChg chg="mod">
          <ac:chgData name="JUAN MUÑOZ LOPEZ" userId="e7afc9df-227a-469d-a964-4a45c687ae27" providerId="ADAL" clId="{898390CC-64CD-47D7-8B2A-490D8EB34137}" dt="2025-10-19T05:08:53.603" v="5601" actId="20577"/>
          <ac:spMkLst>
            <pc:docMk/>
            <pc:sldMk cId="236255040" sldId="435"/>
            <ac:spMk id="2" creationId="{86174D9F-4896-AD9F-A341-09AFECF6643E}"/>
          </ac:spMkLst>
        </pc:spChg>
        <pc:spChg chg="del">
          <ac:chgData name="JUAN MUÑOZ LOPEZ" userId="e7afc9df-227a-469d-a964-4a45c687ae27" providerId="ADAL" clId="{898390CC-64CD-47D7-8B2A-490D8EB34137}" dt="2025-10-19T05:08:55.912" v="5602"/>
          <ac:spMkLst>
            <pc:docMk/>
            <pc:sldMk cId="236255040" sldId="435"/>
            <ac:spMk id="3" creationId="{2CBB5853-8B44-0612-A7BB-4EEC0F38F990}"/>
          </ac:spMkLst>
        </pc:spChg>
        <pc:graphicFrameChg chg="add mod modGraphic">
          <ac:chgData name="JUAN MUÑOZ LOPEZ" userId="e7afc9df-227a-469d-a964-4a45c687ae27" providerId="ADAL" clId="{898390CC-64CD-47D7-8B2A-490D8EB34137}" dt="2025-10-19T05:10:57.354" v="5629" actId="1076"/>
          <ac:graphicFrameMkLst>
            <pc:docMk/>
            <pc:sldMk cId="236255040" sldId="435"/>
            <ac:graphicFrameMk id="4" creationId="{7D883F1D-2494-1B84-332A-A710FC1CB310}"/>
          </ac:graphicFrameMkLst>
        </pc:graphicFrameChg>
      </pc:sldChg>
      <pc:sldChg chg="addSp delSp modSp new mod">
        <pc:chgData name="JUAN MUÑOZ LOPEZ" userId="e7afc9df-227a-469d-a964-4a45c687ae27" providerId="ADAL" clId="{898390CC-64CD-47D7-8B2A-490D8EB34137}" dt="2025-10-19T05:20:14.185" v="5890" actId="21"/>
        <pc:sldMkLst>
          <pc:docMk/>
          <pc:sldMk cId="717042603" sldId="436"/>
        </pc:sldMkLst>
        <pc:spChg chg="mod">
          <ac:chgData name="JUAN MUÑOZ LOPEZ" userId="e7afc9df-227a-469d-a964-4a45c687ae27" providerId="ADAL" clId="{898390CC-64CD-47D7-8B2A-490D8EB34137}" dt="2025-10-19T05:18:21.145" v="5853" actId="20577"/>
          <ac:spMkLst>
            <pc:docMk/>
            <pc:sldMk cId="717042603" sldId="436"/>
            <ac:spMk id="2" creationId="{C8CA1ACB-EAFB-EE6A-93DF-539AA7B30A8B}"/>
          </ac:spMkLst>
        </pc:spChg>
        <pc:spChg chg="del">
          <ac:chgData name="JUAN MUÑOZ LOPEZ" userId="e7afc9df-227a-469d-a964-4a45c687ae27" providerId="ADAL" clId="{898390CC-64CD-47D7-8B2A-490D8EB34137}" dt="2025-10-19T05:12:00.384" v="5672"/>
          <ac:spMkLst>
            <pc:docMk/>
            <pc:sldMk cId="717042603" sldId="436"/>
            <ac:spMk id="3" creationId="{9E4CAE40-8476-F2E6-7677-1566C684AD68}"/>
          </ac:spMkLst>
        </pc:spChg>
        <pc:spChg chg="add del mod">
          <ac:chgData name="JUAN MUÑOZ LOPEZ" userId="e7afc9df-227a-469d-a964-4a45c687ae27" providerId="ADAL" clId="{898390CC-64CD-47D7-8B2A-490D8EB34137}" dt="2025-10-19T05:20:14.185" v="5890" actId="21"/>
          <ac:spMkLst>
            <pc:docMk/>
            <pc:sldMk cId="717042603" sldId="436"/>
            <ac:spMk id="5" creationId="{B045A152-4200-A8E8-4F4E-9619E65D26D9}"/>
          </ac:spMkLst>
        </pc:spChg>
        <pc:graphicFrameChg chg="add mod modGraphic">
          <ac:chgData name="JUAN MUÑOZ LOPEZ" userId="e7afc9df-227a-469d-a964-4a45c687ae27" providerId="ADAL" clId="{898390CC-64CD-47D7-8B2A-490D8EB34137}" dt="2025-10-19T05:14:22.966" v="5711" actId="1036"/>
          <ac:graphicFrameMkLst>
            <pc:docMk/>
            <pc:sldMk cId="717042603" sldId="436"/>
            <ac:graphicFrameMk id="4" creationId="{DABFDF3E-0EB3-489F-F00C-B6F5EA17B3BB}"/>
          </ac:graphicFrameMkLst>
        </pc:graphicFrameChg>
      </pc:sldChg>
      <pc:sldChg chg="addSp modSp new mod">
        <pc:chgData name="JUAN MUÑOZ LOPEZ" userId="e7afc9df-227a-469d-a964-4a45c687ae27" providerId="ADAL" clId="{898390CC-64CD-47D7-8B2A-490D8EB34137}" dt="2025-10-19T05:20:36.713" v="5895" actId="14100"/>
        <pc:sldMkLst>
          <pc:docMk/>
          <pc:sldMk cId="684469990" sldId="437"/>
        </pc:sldMkLst>
        <pc:spChg chg="mod">
          <ac:chgData name="JUAN MUÑOZ LOPEZ" userId="e7afc9df-227a-469d-a964-4a45c687ae27" providerId="ADAL" clId="{898390CC-64CD-47D7-8B2A-490D8EB34137}" dt="2025-10-19T05:18:42.157" v="5877" actId="6549"/>
          <ac:spMkLst>
            <pc:docMk/>
            <pc:sldMk cId="684469990" sldId="437"/>
            <ac:spMk id="2" creationId="{372A9720-59ED-AC14-2988-F755E8175903}"/>
          </ac:spMkLst>
        </pc:spChg>
        <pc:spChg chg="mod">
          <ac:chgData name="JUAN MUÑOZ LOPEZ" userId="e7afc9df-227a-469d-a964-4a45c687ae27" providerId="ADAL" clId="{898390CC-64CD-47D7-8B2A-490D8EB34137}" dt="2025-10-19T05:20:36.713" v="5895" actId="14100"/>
          <ac:spMkLst>
            <pc:docMk/>
            <pc:sldMk cId="684469990" sldId="437"/>
            <ac:spMk id="3" creationId="{A4B869DB-88FC-B134-992C-1995DB383FD6}"/>
          </ac:spMkLst>
        </pc:spChg>
        <pc:spChg chg="add mod">
          <ac:chgData name="JUAN MUÑOZ LOPEZ" userId="e7afc9df-227a-469d-a964-4a45c687ae27" providerId="ADAL" clId="{898390CC-64CD-47D7-8B2A-490D8EB34137}" dt="2025-10-19T05:20:29.022" v="5893" actId="1076"/>
          <ac:spMkLst>
            <pc:docMk/>
            <pc:sldMk cId="684469990" sldId="437"/>
            <ac:spMk id="5" creationId="{B045A152-4200-A8E8-4F4E-9619E65D26D9}"/>
          </ac:spMkLst>
        </pc:spChg>
      </pc:sldChg>
      <pc:sldChg chg="modSp new mod">
        <pc:chgData name="JUAN MUÑOZ LOPEZ" userId="e7afc9df-227a-469d-a964-4a45c687ae27" providerId="ADAL" clId="{898390CC-64CD-47D7-8B2A-490D8EB34137}" dt="2025-10-19T05:27:02.596" v="6060" actId="208"/>
        <pc:sldMkLst>
          <pc:docMk/>
          <pc:sldMk cId="1422729459" sldId="438"/>
        </pc:sldMkLst>
        <pc:spChg chg="mod">
          <ac:chgData name="JUAN MUÑOZ LOPEZ" userId="e7afc9df-227a-469d-a964-4a45c687ae27" providerId="ADAL" clId="{898390CC-64CD-47D7-8B2A-490D8EB34137}" dt="2025-10-19T05:26:02.437" v="6046" actId="1076"/>
          <ac:spMkLst>
            <pc:docMk/>
            <pc:sldMk cId="1422729459" sldId="438"/>
            <ac:spMk id="2" creationId="{C99A74D1-D194-343F-C76D-BC86E7CB240C}"/>
          </ac:spMkLst>
        </pc:spChg>
        <pc:spChg chg="mod">
          <ac:chgData name="JUAN MUÑOZ LOPEZ" userId="e7afc9df-227a-469d-a964-4a45c687ae27" providerId="ADAL" clId="{898390CC-64CD-47D7-8B2A-490D8EB34137}" dt="2025-10-19T05:27:02.596" v="6060" actId="208"/>
          <ac:spMkLst>
            <pc:docMk/>
            <pc:sldMk cId="1422729459" sldId="438"/>
            <ac:spMk id="3" creationId="{7780C76C-58C8-B746-15A7-27BD3305FC4A}"/>
          </ac:spMkLst>
        </pc:spChg>
      </pc:sldChg>
      <pc:sldChg chg="modSp new mod">
        <pc:chgData name="JUAN MUÑOZ LOPEZ" userId="e7afc9df-227a-469d-a964-4a45c687ae27" providerId="ADAL" clId="{898390CC-64CD-47D7-8B2A-490D8EB34137}" dt="2025-10-19T05:32:31.624" v="6170" actId="113"/>
        <pc:sldMkLst>
          <pc:docMk/>
          <pc:sldMk cId="3472965301" sldId="439"/>
        </pc:sldMkLst>
        <pc:spChg chg="mod">
          <ac:chgData name="JUAN MUÑOZ LOPEZ" userId="e7afc9df-227a-469d-a964-4a45c687ae27" providerId="ADAL" clId="{898390CC-64CD-47D7-8B2A-490D8EB34137}" dt="2025-10-19T05:31:19.196" v="6157" actId="20577"/>
          <ac:spMkLst>
            <pc:docMk/>
            <pc:sldMk cId="3472965301" sldId="439"/>
            <ac:spMk id="2" creationId="{8899A14F-DDD5-83F0-8964-D2554CF9DF12}"/>
          </ac:spMkLst>
        </pc:spChg>
        <pc:spChg chg="mod">
          <ac:chgData name="JUAN MUÑOZ LOPEZ" userId="e7afc9df-227a-469d-a964-4a45c687ae27" providerId="ADAL" clId="{898390CC-64CD-47D7-8B2A-490D8EB34137}" dt="2025-10-19T05:32:31.624" v="6170" actId="113"/>
          <ac:spMkLst>
            <pc:docMk/>
            <pc:sldMk cId="3472965301" sldId="439"/>
            <ac:spMk id="3" creationId="{E82C5DDE-070A-4858-4CE8-F0998A2C8D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81DBF6C-CC69-49B6-A073-BFAFD68654E6}" type="datetime1">
              <a:rPr lang="es-MX" smtClean="0"/>
              <a:t>18/10/2025</a:t>
            </a:fld>
            <a:endParaRPr lang="es-MX" dirty="0"/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F8A362-CAFC-4987-9A50-47570528395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DE1E681-A9AF-4B29-AFEA-7622B2B0535C}" type="datetime1">
              <a:rPr lang="es-MX" smtClean="0"/>
              <a:t>18/10/2025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4EEB602-95FC-483A-B12D-216A7AD7EA24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DDE1E681-A9AF-4B29-AFEA-7622B2B0535C}" type="datetime1">
              <a:rPr lang="es-MX" smtClean="0"/>
              <a:t>18/10/2025</a:t>
            </a:fld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4EEB602-95FC-483A-B12D-216A7AD7EA24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5001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7F282E-55F5-4803-B60F-09BA4600E538}" type="slidenum">
              <a:rPr lang="es-MX" smtClean="0"/>
              <a:t>2</a:t>
            </a:fld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02DA21-B332-4836-A374-E3E6A53DED1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5E8B03F-32CB-4C9E-9B24-725915C82F39}" type="datetime1">
              <a:rPr lang="es-MX" smtClean="0"/>
              <a:t>18/10/2025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7F282E-55F5-4803-B60F-09BA4600E538}" type="slidenum">
              <a:rPr lang="es-MX" smtClean="0"/>
              <a:t>64</a:t>
            </a:fld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679AC9-F755-4478-8944-DA353672F8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4524503-1244-464F-A15D-49A105691972}" type="datetime1">
              <a:rPr lang="es-MX" smtClean="0"/>
              <a:t>18/10/2025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90206922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7053-4560-4B55-8DA0-D466B4F743FB}" type="datetimeFigureOut">
              <a:rPr lang="es-MX" smtClean="0"/>
              <a:pPr/>
              <a:t>18/10/2025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E3134-751F-4487-8531-375F9531C48C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653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5579046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7053-4560-4B55-8DA0-D466B4F743FB}" type="datetimeFigureOut">
              <a:rPr lang="es-MX" smtClean="0"/>
              <a:pPr/>
              <a:t>18/10/2025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E3134-751F-4487-8531-375F9531C48C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858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491560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7053-4560-4B55-8DA0-D466B4F743FB}" type="datetimeFigureOut">
              <a:rPr lang="es-MX" smtClean="0"/>
              <a:pPr/>
              <a:t>18/10/2025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E3134-751F-4487-8531-375F9531C48C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28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7053-4560-4B55-8DA0-D466B4F743FB}" type="datetimeFigureOut">
              <a:rPr lang="es-MX" smtClean="0"/>
              <a:pPr/>
              <a:t>18/10/2025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E3134-751F-4487-8531-375F9531C48C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74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0355380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1376736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870524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956858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ángulo 51">
            <a:extLst>
              <a:ext uri="{FF2B5EF4-FFF2-40B4-BE49-F238E27FC236}">
                <a16:creationId xmlns:a16="http://schemas.microsoft.com/office/drawing/2014/main" id="{EA8D8870-8337-4ABD-9EA6-3D5AAB7E42D9}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AC3B2DB-2CCA-4BD4-8D63-98257049E273}"/>
              </a:ext>
            </a:extLst>
          </p:cNvPr>
          <p:cNvSpPr/>
          <p:nvPr userDrawn="1"/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8168" y="1057522"/>
            <a:ext cx="5003540" cy="217343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sz="4400">
                <a:solidFill>
                  <a:schemeClr val="bg1"/>
                </a:solidFill>
              </a:rPr>
              <a:t>HAZ CLIC PARA AGREGAR UN TÍTULO</a:t>
            </a:r>
          </a:p>
        </p:txBody>
      </p:sp>
      <p:sp>
        <p:nvSpPr>
          <p:cNvPr id="55" name="Subtítulo 2">
            <a:extLst>
              <a:ext uri="{FF2B5EF4-FFF2-40B4-BE49-F238E27FC236}">
                <a16:creationId xmlns:a16="http://schemas.microsoft.com/office/drawing/2014/main" id="{50BC9D78-FF13-4CEB-8ECB-E64E85C5D0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46643" y="3751119"/>
            <a:ext cx="4985065" cy="1606163"/>
          </a:xfrm>
        </p:spPr>
        <p:txBody>
          <a:bodyPr rtlCol="0" anchor="t">
            <a:noAutofit/>
          </a:bodyPr>
          <a:lstStyle>
            <a:lvl1pPr>
              <a:defRPr sz="2400" b="0"/>
            </a:lvl1pPr>
          </a:lstStyle>
          <a:p>
            <a:pPr rtl="0"/>
            <a:r>
              <a:rPr lang="es-MX">
                <a:solidFill>
                  <a:schemeClr val="tx1">
                    <a:lumMod val="75000"/>
                    <a:lumOff val="25000"/>
                  </a:schemeClr>
                </a:solidFill>
              </a:rPr>
              <a:t>Haz clic para agregar un subtítulo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B792E4C-AD3B-4E88-8540-E75759746368}"/>
              </a:ext>
            </a:extLst>
          </p:cNvPr>
          <p:cNvSpPr/>
          <p:nvPr userDrawn="1"/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6A32632F-9ED1-4328-BBE3-B4E014156A29}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58" name="Marcador de posición de pie de página 4">
            <a:extLst>
              <a:ext uri="{FF2B5EF4-FFF2-40B4-BE49-F238E27FC236}">
                <a16:creationId xmlns:a16="http://schemas.microsoft.com/office/drawing/2014/main" id="{15A37EDE-F10B-4C4B-9572-8778C2D6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5103" y="6309360"/>
            <a:ext cx="4797504" cy="457200"/>
          </a:xfrm>
        </p:spPr>
        <p:txBody>
          <a:bodyPr rtlCol="0"/>
          <a:lstStyle/>
          <a:p>
            <a:pPr algn="l" rtl="0"/>
            <a:r>
              <a:rPr lang="es-MX"/>
              <a:t>Título de la presentación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EA124D3C-01E3-4B96-BDF0-54851D1739D0}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61" name="Marcador de posición de fecha 35">
            <a:extLst>
              <a:ext uri="{FF2B5EF4-FFF2-40B4-BE49-F238E27FC236}">
                <a16:creationId xmlns:a16="http://schemas.microsoft.com/office/drawing/2014/main" id="{D6890A67-3C66-4F8A-B1A6-05469F40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 rtlCol="0"/>
          <a:lstStyle/>
          <a:p>
            <a:pPr algn="l" rtl="0"/>
            <a:r>
              <a:rPr lang="es-MX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t>1/2/20XX</a:t>
            </a:r>
            <a:endParaRPr lang="es-MX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62" name="Marcador de posición de número de diapositiva 36">
            <a:extLst>
              <a:ext uri="{FF2B5EF4-FFF2-40B4-BE49-F238E27FC236}">
                <a16:creationId xmlns:a16="http://schemas.microsoft.com/office/drawing/2014/main" id="{46849723-0CBF-47CA-9477-4D42CAC7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rtl="0"/>
              <a:t>‹Nº›</a:t>
            </a:fld>
            <a:endParaRPr lang="es-MX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65" name="Marcador de posición de imagen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9936" y="-2"/>
            <a:ext cx="53320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</p:spTree>
    <p:extLst>
      <p:ext uri="{BB962C8B-B14F-4D97-AF65-F5344CB8AC3E}">
        <p14:creationId xmlns:p14="http://schemas.microsoft.com/office/powerpoint/2010/main" val="2512022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ángulo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9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475399"/>
            <a:ext cx="6623040" cy="791861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rtl="0"/>
            <a:r>
              <a:rPr lang="es-MX"/>
              <a:t>Haz clic para agregar un título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40D7EF23-28EE-4115-879A-D95BBAC662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7179" y="2502047"/>
            <a:ext cx="6623039" cy="3030599"/>
          </a:xfrm>
        </p:spPr>
        <p:txBody>
          <a:bodyPr rtlCol="0" anchor="t">
            <a:normAutofit/>
          </a:bodyPr>
          <a:lstStyle>
            <a:lvl1pPr>
              <a:defRPr sz="2000" b="0"/>
            </a:lvl1pPr>
          </a:lstStyle>
          <a:p>
            <a:pPr rtl="0"/>
            <a:r>
              <a:rPr lang="es-MX"/>
              <a:t>Haz clic para agregar texto</a:t>
            </a:r>
          </a:p>
        </p:txBody>
      </p:sp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E4B41004-DE9E-4B19-B7DE-91782B37C8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4348" y="1085431"/>
            <a:ext cx="3997652" cy="5037857"/>
          </a:xfrm>
          <a:custGeom>
            <a:avLst/>
            <a:gdLst>
              <a:gd name="connsiteX0" fmla="*/ 0 w 3997652"/>
              <a:gd name="connsiteY0" fmla="*/ 0 h 5037857"/>
              <a:gd name="connsiteX1" fmla="*/ 3997652 w 3997652"/>
              <a:gd name="connsiteY1" fmla="*/ 0 h 5037857"/>
              <a:gd name="connsiteX2" fmla="*/ 3997652 w 3997652"/>
              <a:gd name="connsiteY2" fmla="*/ 5037857 h 5037857"/>
              <a:gd name="connsiteX3" fmla="*/ 0 w 3997652"/>
              <a:gd name="connsiteY3" fmla="*/ 5037857 h 5037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7652" h="5037857">
                <a:moveTo>
                  <a:pt x="0" y="0"/>
                </a:moveTo>
                <a:lnTo>
                  <a:pt x="3997652" y="0"/>
                </a:lnTo>
                <a:lnTo>
                  <a:pt x="3997652" y="5037857"/>
                </a:lnTo>
                <a:lnTo>
                  <a:pt x="0" y="5037857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7" name="Marcador de posición de pie de página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Título de la presentación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9" name="Marcador de posición de fecha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 rtlCol="0"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20" name="Marcador de posición de número de diapositiva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8680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ángulo 23">
            <a:extLst>
              <a:ext uri="{FF2B5EF4-FFF2-40B4-BE49-F238E27FC236}">
                <a16:creationId xmlns:a16="http://schemas.microsoft.com/office/drawing/2014/main" id="{E7E77A60-3019-43AE-AA38-E130C04CFD8D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FDBF0FB-88D2-4271-BFAF-D129CF8C2F68}"/>
              </a:ext>
            </a:extLst>
          </p:cNvPr>
          <p:cNvSpPr/>
          <p:nvPr userDrawn="1"/>
        </p:nvSpPr>
        <p:spPr>
          <a:xfrm>
            <a:off x="7547855" y="-4078"/>
            <a:ext cx="4641096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62B807B-6DFA-471C-B675-016416207F0E}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555D4C0-9882-489D-AD77-A9F38B3784A6}"/>
              </a:ext>
            </a:extLst>
          </p:cNvPr>
          <p:cNvSpPr/>
          <p:nvPr userDrawn="1"/>
        </p:nvSpPr>
        <p:spPr>
          <a:xfrm>
            <a:off x="7585468" y="1095508"/>
            <a:ext cx="46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63F61843-5C9C-49E0-8A90-64085BC79F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73503" y="1709530"/>
            <a:ext cx="3754671" cy="2528515"/>
          </a:xfrm>
        </p:spPr>
        <p:txBody>
          <a:bodyPr rtlCol="0" anchor="b"/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es-MX" sz="3600" b="1" cap="none">
                <a:solidFill>
                  <a:schemeClr val="tx2"/>
                </a:solidFill>
              </a:rPr>
              <a:t>Haz clic para agregar un título</a:t>
            </a:r>
          </a:p>
        </p:txBody>
      </p:sp>
      <p:sp>
        <p:nvSpPr>
          <p:cNvPr id="30" name="Subtítulo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6914" y="4238046"/>
            <a:ext cx="3806919" cy="1741404"/>
          </a:xfrm>
        </p:spPr>
        <p:txBody>
          <a:bodyPr rtlCol="0" anchor="t">
            <a:normAutofit/>
          </a:bodyPr>
          <a:lstStyle>
            <a:lvl1pPr>
              <a:defRPr sz="1600" b="0"/>
            </a:lvl1pPr>
          </a:lstStyle>
          <a:p>
            <a:pPr rtl="0"/>
            <a:r>
              <a:rPr lang="es-MX" sz="2000">
                <a:solidFill>
                  <a:schemeClr val="tx2"/>
                </a:solidFill>
              </a:rPr>
              <a:t>Haz clic para agregar un subtítulo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47A5DB4-1ED7-4630-89AF-F1802E44EF89}"/>
              </a:ext>
            </a:extLst>
          </p:cNvPr>
          <p:cNvSpPr/>
          <p:nvPr userDrawn="1"/>
        </p:nvSpPr>
        <p:spPr>
          <a:xfrm>
            <a:off x="0" y="6144405"/>
            <a:ext cx="7534656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E5D4012-4107-490F-A369-EA7063242A98}"/>
              </a:ext>
            </a:extLst>
          </p:cNvPr>
          <p:cNvSpPr/>
          <p:nvPr userDrawn="1"/>
        </p:nvSpPr>
        <p:spPr>
          <a:xfrm>
            <a:off x="7585468" y="6167615"/>
            <a:ext cx="46034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95C79E2-9EA5-4713-B4AF-0E4572CFFA2F}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74C09E2-06F0-4230-8DAD-A0DBF01F8603}"/>
              </a:ext>
            </a:extLst>
          </p:cNvPr>
          <p:cNvSpPr/>
          <p:nvPr userDrawn="1"/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40" name="Marcador de posición de imagen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095509"/>
            <a:ext cx="7519932" cy="5016892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</p:spTree>
    <p:extLst>
      <p:ext uri="{BB962C8B-B14F-4D97-AF65-F5344CB8AC3E}">
        <p14:creationId xmlns:p14="http://schemas.microsoft.com/office/powerpoint/2010/main" val="3195489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ángulo 5">
            <a:extLst>
              <a:ext uri="{FF2B5EF4-FFF2-40B4-BE49-F238E27FC236}">
                <a16:creationId xmlns:a16="http://schemas.microsoft.com/office/drawing/2014/main" id="{2DF88512-9E62-4695-B350-39488566A1F7}"/>
              </a:ext>
            </a:extLst>
          </p:cNvPr>
          <p:cNvSpPr/>
          <p:nvPr userDrawn="1"/>
        </p:nvSpPr>
        <p:spPr>
          <a:xfrm>
            <a:off x="0" y="0"/>
            <a:ext cx="12191999" cy="16533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553E9F-DCBF-4BEE-A261-5AA97361A0E0}"/>
              </a:ext>
            </a:extLst>
          </p:cNvPr>
          <p:cNvSpPr/>
          <p:nvPr userDrawn="1"/>
        </p:nvSpPr>
        <p:spPr>
          <a:xfrm>
            <a:off x="0" y="91440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238853"/>
            <a:ext cx="10013709" cy="10303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>
                <a:solidFill>
                  <a:schemeClr val="bg1"/>
                </a:solidFill>
              </a:rPr>
              <a:t>Haz clic para agregar un título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6769F5-486B-4B48-A543-2C70359DF66E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FDDF59-F3B5-56AB-5936-F619242A0BB6}"/>
              </a:ext>
            </a:extLst>
          </p:cNvPr>
          <p:cNvSpPr/>
          <p:nvPr userDrawn="1"/>
        </p:nvSpPr>
        <p:spPr>
          <a:xfrm>
            <a:off x="1070774" y="1439156"/>
            <a:ext cx="11121225" cy="54188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B7DFC1-2A4C-A173-B496-DF10005285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1" y="1581150"/>
            <a:ext cx="10013692" cy="51847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8796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ángulo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6DEFA91-CCB3-4B9E-9CFC-AA9D92073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46177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5915" y="673308"/>
            <a:ext cx="6457717" cy="158089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MX"/>
              <a:t>Haz clic para agregar un título</a:t>
            </a:r>
          </a:p>
        </p:txBody>
      </p:sp>
      <p:sp>
        <p:nvSpPr>
          <p:cNvPr id="35" name="Marcador de posición de imagen 5">
            <a:extLst>
              <a:ext uri="{FF2B5EF4-FFF2-40B4-BE49-F238E27FC236}">
                <a16:creationId xmlns:a16="http://schemas.microsoft.com/office/drawing/2014/main" id="{6198A97B-719D-4F79-A04B-46EE272A1D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461004"/>
            <a:ext cx="4613547" cy="3396996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  <p:sp>
        <p:nvSpPr>
          <p:cNvPr id="34" name="Marcador de posición de imagen 5">
            <a:extLst>
              <a:ext uri="{FF2B5EF4-FFF2-40B4-BE49-F238E27FC236}">
                <a16:creationId xmlns:a16="http://schemas.microsoft.com/office/drawing/2014/main" id="{79E62157-5D84-47E4-9718-5408E1C7E7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13548" cy="3396994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51E6FEF-934C-427E-A65F-F501B04FC71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05918" y="2353586"/>
            <a:ext cx="6457717" cy="3767496"/>
          </a:xfrm>
        </p:spPr>
        <p:txBody>
          <a:bodyPr rtlCol="0" anchor="t">
            <a:normAutofit/>
          </a:bodyPr>
          <a:lstStyle>
            <a:lvl1pPr>
              <a:defRPr sz="1600" b="0" baseline="0"/>
            </a:lvl1pPr>
          </a:lstStyle>
          <a:p>
            <a:pPr rtl="0"/>
            <a:r>
              <a:rPr lang="es-MX"/>
              <a:t>Haz clic para agregar texto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A12CF76-B207-465C-A494-3C57818A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06" y="6309360"/>
            <a:ext cx="4097030" cy="457200"/>
          </a:xfrm>
        </p:spPr>
        <p:txBody>
          <a:bodyPr rtlCol="0"/>
          <a:lstStyle>
            <a:lvl1pPr>
              <a:defRPr>
                <a:effectLst>
                  <a:outerShdw blurRad="50800" dist="38100" dir="240000" algn="ctr" rotWithShape="0">
                    <a:schemeClr val="tx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r>
              <a:rPr lang="es-MX"/>
              <a:t>Título de presentación</a:t>
            </a:r>
          </a:p>
        </p:txBody>
      </p:sp>
      <p:sp>
        <p:nvSpPr>
          <p:cNvPr id="30" name="Marcador de posición de fecha 3">
            <a:extLst>
              <a:ext uri="{FF2B5EF4-FFF2-40B4-BE49-F238E27FC236}">
                <a16:creationId xmlns:a16="http://schemas.microsoft.com/office/drawing/2014/main" id="{9F682261-0FB4-4600-86B5-DDF27881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5303" y="6309360"/>
            <a:ext cx="3411973" cy="457200"/>
          </a:xfrm>
        </p:spPr>
        <p:txBody>
          <a:bodyPr rtlCol="0"/>
          <a:lstStyle>
            <a:lvl1pPr>
              <a:defRPr>
                <a:effectLst/>
              </a:defRPr>
            </a:lvl1pPr>
          </a:lstStyle>
          <a:p>
            <a:pPr rtl="0"/>
            <a:r>
              <a:rPr lang="es-MX">
                <a:solidFill>
                  <a:schemeClr val="tx2"/>
                </a:solidFill>
              </a:rPr>
              <a:t>1/2/20XX</a:t>
            </a:r>
            <a:endParaRPr lang="es-MX" dirty="0"/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632EB37A-06D5-4BC7-BC11-75B1719B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8522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ángulo 10">
            <a:extLst>
              <a:ext uri="{FF2B5EF4-FFF2-40B4-BE49-F238E27FC236}">
                <a16:creationId xmlns:a16="http://schemas.microsoft.com/office/drawing/2014/main" id="{EDEBA854-A26D-41C5-9D40-DF6B49ACB136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95BFA7-EB65-4E20-A693-324FEF74D3AE}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A9E9218-0397-4231-81F4-03972AB6A3DD}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81905177-1789-44BB-950A-7018653E6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1044054"/>
            <a:ext cx="10013709" cy="10303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>
                <a:solidFill>
                  <a:schemeClr val="bg1"/>
                </a:solidFill>
              </a:rPr>
              <a:t>Haz clic para agregar un título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F2F4B8C-C655-4441-A7FF-616EF634E6E1}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89301A4-3CA9-4D0E-944E-1BE5921FA0B3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9" name="Marcador de posición de pie de página 4">
            <a:extLst>
              <a:ext uri="{FF2B5EF4-FFF2-40B4-BE49-F238E27FC236}">
                <a16:creationId xmlns:a16="http://schemas.microsoft.com/office/drawing/2014/main" id="{A9C29C55-D1EC-4DD4-BA5B-11E4AB15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732061" cy="457200"/>
          </a:xfrm>
        </p:spPr>
        <p:txBody>
          <a:bodyPr rtlCol="0"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20" name="Marcador de posición de fecha 3">
            <a:extLst>
              <a:ext uri="{FF2B5EF4-FFF2-40B4-BE49-F238E27FC236}">
                <a16:creationId xmlns:a16="http://schemas.microsoft.com/office/drawing/2014/main" id="{C31C8C6B-3212-41F0-A8A1-4A6A700A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9360"/>
            <a:ext cx="2148840" cy="457200"/>
          </a:xfrm>
        </p:spPr>
        <p:txBody>
          <a:bodyPr rtlCol="0"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67357410-255F-470C-AD92-44B15997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1571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916769F5-486B-4B48-A543-2C70359DF66E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FDDF59-F3B5-56AB-5936-F619242A0BB6}"/>
              </a:ext>
            </a:extLst>
          </p:cNvPr>
          <p:cNvSpPr/>
          <p:nvPr userDrawn="1"/>
        </p:nvSpPr>
        <p:spPr>
          <a:xfrm>
            <a:off x="1070774" y="-2"/>
            <a:ext cx="11121225" cy="6858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8484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it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A8A107B-E23F-4793-95B4-335240DB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588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2C14E8-F37D-4BEA-9D62-5E707EDF0D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25" y="1095508"/>
            <a:ext cx="3059609" cy="5016893"/>
          </a:xfrm>
          <a:solidFill>
            <a:schemeClr val="tx2"/>
          </a:solidFill>
        </p:spPr>
        <p:txBody>
          <a:bodyPr rIns="365760" rtlCol="0" anchor="b">
            <a:normAutofit/>
          </a:bodyPr>
          <a:lstStyle>
            <a:lvl1pPr marL="365760">
              <a:lnSpc>
                <a:spcPct val="100000"/>
              </a:lnSpc>
              <a:spcBef>
                <a:spcPts val="1000"/>
              </a:spcBef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dirty="0"/>
              <a:t>HAZ CLIC PARA MODIFICAR EL ESTILO DEL TÍTULO DEL PATRÓN</a:t>
            </a:r>
          </a:p>
        </p:txBody>
      </p:sp>
      <p:sp>
        <p:nvSpPr>
          <p:cNvPr id="24" name="Marcador de posición de pie de página 4">
            <a:extLst>
              <a:ext uri="{FF2B5EF4-FFF2-40B4-BE49-F238E27FC236}">
                <a16:creationId xmlns:a16="http://schemas.microsoft.com/office/drawing/2014/main" id="{5CD820E0-0083-439B-A9DE-C3DEA1DE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MX"/>
              <a:t>Título de presentación</a:t>
            </a:r>
          </a:p>
        </p:txBody>
      </p:sp>
      <p:sp>
        <p:nvSpPr>
          <p:cNvPr id="26" name="Marcador de posición de fecha 3">
            <a:extLst>
              <a:ext uri="{FF2B5EF4-FFF2-40B4-BE49-F238E27FC236}">
                <a16:creationId xmlns:a16="http://schemas.microsoft.com/office/drawing/2014/main" id="{D8A8D931-E01B-43C0-806F-2413BF59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27" name="Marcador de posición de número de diapositiva 6">
            <a:extLst>
              <a:ext uri="{FF2B5EF4-FFF2-40B4-BE49-F238E27FC236}">
                <a16:creationId xmlns:a16="http://schemas.microsoft.com/office/drawing/2014/main" id="{0F3F4E6D-F4D2-430F-A2C3-3C037D77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7D7CE2-7E1F-890E-9504-9CD22651AB83}"/>
              </a:ext>
            </a:extLst>
          </p:cNvPr>
          <p:cNvSpPr/>
          <p:nvPr userDrawn="1"/>
        </p:nvSpPr>
        <p:spPr>
          <a:xfrm>
            <a:off x="3089888" y="-2946"/>
            <a:ext cx="9102111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5891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ángulo 1">
            <a:extLst>
              <a:ext uri="{FF2B5EF4-FFF2-40B4-BE49-F238E27FC236}">
                <a16:creationId xmlns:a16="http://schemas.microsoft.com/office/drawing/2014/main" id="{30FB3D5A-25E2-453F-A78E-0A20BDCE80A2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8796342-0E80-4F8E-9563-9F5EDFC0DDF2}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9B2F5D-C3BA-453E-8F4D-97074F48C7AE}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2251"/>
            <a:ext cx="10013709" cy="10303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>
                <a:solidFill>
                  <a:schemeClr val="bg1"/>
                </a:solidFill>
              </a:rPr>
              <a:t>Haz clic para agregar un título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74FDF0-F4BE-433D-86EE-9E1832D4388B}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5DFCD07-1301-45ED-B326-449ECFADE70D}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8" name="Marcador de posición de pie de página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/>
          <a:p>
            <a:pPr rtl="0"/>
            <a:r>
              <a:rPr lang="es-MX"/>
              <a:t>Título de presentación</a:t>
            </a:r>
          </a:p>
        </p:txBody>
      </p:sp>
      <p:sp>
        <p:nvSpPr>
          <p:cNvPr id="9" name="Marcador de posición de fecha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9360"/>
            <a:ext cx="2148840" cy="457200"/>
          </a:xfrm>
        </p:spPr>
        <p:txBody>
          <a:bodyPr rtlCol="0"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893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ángulo 1">
            <a:extLst>
              <a:ext uri="{FF2B5EF4-FFF2-40B4-BE49-F238E27FC236}">
                <a16:creationId xmlns:a16="http://schemas.microsoft.com/office/drawing/2014/main" id="{725A2F16-8CE0-4F2E-933C-EFDFB1E19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8C70705-E2EE-4992-AE78-FDBE1285C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903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1C428A7-7771-4474-8BB4-8A6F0FEF87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180644"/>
            <a:ext cx="10900146" cy="935776"/>
          </a:xfrm>
        </p:spPr>
        <p:txBody>
          <a:bodyPr rtlCol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>
                <a:solidFill>
                  <a:schemeClr val="bg1"/>
                </a:solidFill>
              </a:rPr>
              <a:t>Haz clic para agregar un título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8730F6-0DF6-48BC-86CC-00BE18350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D31104-1E19-4E17-A3FE-2B2C55134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4" name="Marcador de posición de contenido 2">
            <a:extLst>
              <a:ext uri="{FF2B5EF4-FFF2-40B4-BE49-F238E27FC236}">
                <a16:creationId xmlns:a16="http://schemas.microsoft.com/office/drawing/2014/main" id="{02CEB59E-1776-4FF1-BF4D-A33B618FD5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8935" y="1834005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1800" b="1"/>
            </a:lvl1pPr>
          </a:lstStyle>
          <a:p>
            <a:pPr rtl="0"/>
            <a:r>
              <a:rPr lang="es-MX" dirty="0"/>
              <a:t>Haz clic para agregar un subtítulo</a:t>
            </a:r>
          </a:p>
        </p:txBody>
      </p:sp>
      <p:sp>
        <p:nvSpPr>
          <p:cNvPr id="7" name="Marcador de posición de contenido 2">
            <a:extLst>
              <a:ext uri="{FF2B5EF4-FFF2-40B4-BE49-F238E27FC236}">
                <a16:creationId xmlns:a16="http://schemas.microsoft.com/office/drawing/2014/main" id="{26B55E76-BA79-44AC-B206-DA13D60FDA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935" y="2419555"/>
            <a:ext cx="3519028" cy="3197260"/>
          </a:xfrm>
        </p:spPr>
        <p:txBody>
          <a:bodyPr rtlCol="0" anchor="t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400" b="0" baseline="0"/>
            </a:lvl1pPr>
          </a:lstStyle>
          <a:p>
            <a:pPr rtl="0"/>
            <a:r>
              <a:rPr lang="es-MX"/>
              <a:t> Haz clic para agregar texto</a:t>
            </a:r>
          </a:p>
        </p:txBody>
      </p:sp>
      <p:sp>
        <p:nvSpPr>
          <p:cNvPr id="21" name="Marcador de posición de contenido 2">
            <a:extLst>
              <a:ext uri="{FF2B5EF4-FFF2-40B4-BE49-F238E27FC236}">
                <a16:creationId xmlns:a16="http://schemas.microsoft.com/office/drawing/2014/main" id="{60518C4D-71E5-4211-A191-A8ED7185DED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336486" y="1828356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1800" b="1"/>
            </a:lvl1pPr>
          </a:lstStyle>
          <a:p>
            <a:pPr rtl="0"/>
            <a:r>
              <a:rPr lang="es-MX"/>
              <a:t>Haz clic para agregar un subtítulo</a:t>
            </a:r>
          </a:p>
        </p:txBody>
      </p:sp>
      <p:sp>
        <p:nvSpPr>
          <p:cNvPr id="20" name="Marcador de posición de contenido 2">
            <a:extLst>
              <a:ext uri="{FF2B5EF4-FFF2-40B4-BE49-F238E27FC236}">
                <a16:creationId xmlns:a16="http://schemas.microsoft.com/office/drawing/2014/main" id="{D7EF9B63-4443-4EE5-A88B-2F1FA4CC404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336486" y="2419555"/>
            <a:ext cx="3519028" cy="3197260"/>
          </a:xfrm>
        </p:spPr>
        <p:txBody>
          <a:bodyPr rtlCol="0" anchor="t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400" b="0" baseline="0"/>
            </a:lvl1pPr>
          </a:lstStyle>
          <a:p>
            <a:pPr rtl="0"/>
            <a:r>
              <a:rPr lang="es-MX"/>
              <a:t> Haz clic para agregar texto</a:t>
            </a:r>
          </a:p>
        </p:txBody>
      </p:sp>
      <p:sp>
        <p:nvSpPr>
          <p:cNvPr id="19" name="Marcador de posición de contenido 2">
            <a:extLst>
              <a:ext uri="{FF2B5EF4-FFF2-40B4-BE49-F238E27FC236}">
                <a16:creationId xmlns:a16="http://schemas.microsoft.com/office/drawing/2014/main" id="{E54FF8D9-50D3-4515-B896-B127F664C1E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024037" y="1834005"/>
            <a:ext cx="3519028" cy="465155"/>
          </a:xfrm>
        </p:spPr>
        <p:txBody>
          <a:bodyPr rtlCol="0" anchor="t">
            <a:noAutofit/>
          </a:bodyPr>
          <a:lstStyle>
            <a:lvl1pPr>
              <a:buFont typeface="Arial" panose="020B0604020202020204" pitchFamily="34" charset="0"/>
              <a:buNone/>
              <a:defRPr sz="1800" b="1"/>
            </a:lvl1pPr>
          </a:lstStyle>
          <a:p>
            <a:pPr rtl="0"/>
            <a:r>
              <a:rPr lang="es-MX"/>
              <a:t>Haz clic para agregar un subtítulo</a:t>
            </a:r>
          </a:p>
        </p:txBody>
      </p:sp>
      <p:sp>
        <p:nvSpPr>
          <p:cNvPr id="18" name="Marcador de posición de contenido 2">
            <a:extLst>
              <a:ext uri="{FF2B5EF4-FFF2-40B4-BE49-F238E27FC236}">
                <a16:creationId xmlns:a16="http://schemas.microsoft.com/office/drawing/2014/main" id="{E95B62E8-2D9A-443A-8560-D347C470389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024037" y="2419555"/>
            <a:ext cx="3519028" cy="3197260"/>
          </a:xfrm>
        </p:spPr>
        <p:txBody>
          <a:bodyPr rtlCol="0" anchor="t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400" b="0" baseline="0"/>
            </a:lvl1pPr>
          </a:lstStyle>
          <a:p>
            <a:pPr rtl="0"/>
            <a:r>
              <a:rPr lang="es-MX"/>
              <a:t> Haz clic para agregar texto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A7A17E-1562-4B10-9BC8-AB6B45E6B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D37258C-9B58-4DC0-BC98-826A38D4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3" name="Marcador de posición de pie de página 29">
            <a:extLst>
              <a:ext uri="{FF2B5EF4-FFF2-40B4-BE49-F238E27FC236}">
                <a16:creationId xmlns:a16="http://schemas.microsoft.com/office/drawing/2014/main" id="{2F8E2987-7F65-44D5-B3AD-776ECF8D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Título de la presentación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22" name="Marcador de posición de fecha 28">
            <a:extLst>
              <a:ext uri="{FF2B5EF4-FFF2-40B4-BE49-F238E27FC236}">
                <a16:creationId xmlns:a16="http://schemas.microsoft.com/office/drawing/2014/main" id="{08BD4E48-A35B-4475-BC85-E58DA292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11" name="Marcador de posición de número de diapositiva 30">
            <a:extLst>
              <a:ext uri="{FF2B5EF4-FFF2-40B4-BE49-F238E27FC236}">
                <a16:creationId xmlns:a16="http://schemas.microsoft.com/office/drawing/2014/main" id="{FBDAEBAB-F3AA-4DB3-96B7-6387085C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755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ángulo 5">
            <a:extLst>
              <a:ext uri="{FF2B5EF4-FFF2-40B4-BE49-F238E27FC236}">
                <a16:creationId xmlns:a16="http://schemas.microsoft.com/office/drawing/2014/main" id="{53C66564-535A-4715-9B27-B8AB14F77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3821E99-F411-4BAB-8211-C344272A2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029B7F2A-CF10-474B-91F1-7C50A7DAF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6668" y="537381"/>
            <a:ext cx="6172412" cy="103192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s-MX"/>
              <a:t>Haz clic para agregar un título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F0D6D9-A64A-415F-BA44-494062CA6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777B49C-9749-4042-A729-C27F58365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49324"/>
            <a:ext cx="46177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1B79F49-5021-4A8F-A90A-5E08F7FB5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6655"/>
            <a:ext cx="46177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3" name="Marcador de posición de imagen 19">
            <a:extLst>
              <a:ext uri="{FF2B5EF4-FFF2-40B4-BE49-F238E27FC236}">
                <a16:creationId xmlns:a16="http://schemas.microsoft.com/office/drawing/2014/main" id="{B6E270BA-010E-406C-8FBF-0ED0DA28D0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-3"/>
            <a:ext cx="4613544" cy="2249321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imagen</a:t>
            </a:r>
          </a:p>
        </p:txBody>
      </p:sp>
      <p:sp>
        <p:nvSpPr>
          <p:cNvPr id="24" name="Marcador de posición de imagen 19">
            <a:extLst>
              <a:ext uri="{FF2B5EF4-FFF2-40B4-BE49-F238E27FC236}">
                <a16:creationId xmlns:a16="http://schemas.microsoft.com/office/drawing/2014/main" id="{6E15371C-3F24-44D7-97EB-74C12D53CB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311339"/>
            <a:ext cx="4613544" cy="2241520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imagen</a:t>
            </a:r>
          </a:p>
        </p:txBody>
      </p:sp>
      <p:sp>
        <p:nvSpPr>
          <p:cNvPr id="25" name="Marcador de posición de imagen 19">
            <a:extLst>
              <a:ext uri="{FF2B5EF4-FFF2-40B4-BE49-F238E27FC236}">
                <a16:creationId xmlns:a16="http://schemas.microsoft.com/office/drawing/2014/main" id="{E39E0BDE-5895-4B94-90AC-7045292B0B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4613572"/>
            <a:ext cx="4613544" cy="2241520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imagen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E8823570-AC4F-4679-98CA-DC7F7B2CC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76671" y="1735745"/>
            <a:ext cx="6172412" cy="3767496"/>
          </a:xfrm>
        </p:spPr>
        <p:txBody>
          <a:bodyPr rtlCol="0" anchor="t">
            <a:normAutofit/>
          </a:bodyPr>
          <a:lstStyle>
            <a:lvl1pPr>
              <a:buFont typeface="Arial" panose="020B0604020202020204" pitchFamily="34" charset="0"/>
              <a:buNone/>
              <a:defRPr sz="1600" b="0"/>
            </a:lvl1pPr>
          </a:lstStyle>
          <a:p>
            <a:pPr rtl="0"/>
            <a:r>
              <a:rPr lang="es-MX"/>
              <a:t> Haz clic para agregar texto</a:t>
            </a:r>
          </a:p>
        </p:txBody>
      </p:sp>
      <p:sp>
        <p:nvSpPr>
          <p:cNvPr id="17" name="Marcador de posición de pie de página 4">
            <a:extLst>
              <a:ext uri="{FF2B5EF4-FFF2-40B4-BE49-F238E27FC236}">
                <a16:creationId xmlns:a16="http://schemas.microsoft.com/office/drawing/2014/main" id="{BB6B62FA-FEDE-42B0-8B7B-24AE138E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271516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r>
              <a:rPr lang="es-MX"/>
              <a:t>Título de presentación</a:t>
            </a:r>
          </a:p>
        </p:txBody>
      </p:sp>
      <p:sp>
        <p:nvSpPr>
          <p:cNvPr id="16" name="Marcador de posición de fecha 3">
            <a:extLst>
              <a:ext uri="{FF2B5EF4-FFF2-40B4-BE49-F238E27FC236}">
                <a16:creationId xmlns:a16="http://schemas.microsoft.com/office/drawing/2014/main" id="{9E8578BE-8DB2-4FE6-B45A-2B3415CE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6668" y="6309360"/>
            <a:ext cx="3411973" cy="4572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6AF7C96F-C1E5-45F5-B070-2D025E7B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58457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ángulo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1138041"/>
            <a:ext cx="4862811" cy="2019488"/>
          </a:xfrm>
        </p:spPr>
        <p:txBody>
          <a:bodyPr rtlCol="0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>
                <a:solidFill>
                  <a:schemeClr val="bg1"/>
                </a:solidFill>
              </a:rPr>
              <a:t>HAZ CLIC PARA AGREGAR UN TÍTULO</a:t>
            </a:r>
          </a:p>
        </p:txBody>
      </p:sp>
      <p:sp>
        <p:nvSpPr>
          <p:cNvPr id="25" name="Marcador de posición de imagen 21">
            <a:extLst>
              <a:ext uri="{FF2B5EF4-FFF2-40B4-BE49-F238E27FC236}">
                <a16:creationId xmlns:a16="http://schemas.microsoft.com/office/drawing/2014/main" id="{8B745891-A8DA-4640-BB3F-1693FC5AC4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8023" y="4941"/>
            <a:ext cx="5333977" cy="3392053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  <p:sp>
        <p:nvSpPr>
          <p:cNvPr id="24" name="Marcador de posición de imagen 21">
            <a:extLst>
              <a:ext uri="{FF2B5EF4-FFF2-40B4-BE49-F238E27FC236}">
                <a16:creationId xmlns:a16="http://schemas.microsoft.com/office/drawing/2014/main" id="{BC2DF568-4EA5-4F79-980F-47FC90AEA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67712" y="3461002"/>
            <a:ext cx="5728215" cy="3396997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r>
              <a:rPr lang="es-MX"/>
              <a:t>Haz clic para agregar una foto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6" name="Marcador de posición de contenido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2400" b="0"/>
            </a:lvl1pPr>
          </a:lstStyle>
          <a:p>
            <a:pPr rtl="0"/>
            <a:r>
              <a:rPr lang="es-MX"/>
              <a:t>Haz clic para agregar texto</a:t>
            </a:r>
          </a:p>
        </p:txBody>
      </p:sp>
      <p:sp>
        <p:nvSpPr>
          <p:cNvPr id="17" name="Marcador de posición de pie de página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MX"/>
              <a:t>Título de la presentación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19" name="Marcador de posición de fecha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 rtlCol="0"/>
          <a:lstStyle/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20" name="Marcador de posición de número de diapositiva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/>
          <a:p>
            <a:pPr rtl="0"/>
            <a:fld id="{FAEF9944-A4F6-4C59-AEBD-678D6480B8EA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976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MX"/>
              <a:t>1/2/20XX</a:t>
            </a:r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MX"/>
              <a:t>Título de presentación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AEF9944-A4F6-4C59-AEBD-678D6480B8EA}" type="slidenum">
              <a:rPr lang="es-MX" smtClean="0"/>
              <a:pPr rtl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196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3" r:id="rId15"/>
    <p:sldLayoutId id="2147483663" r:id="rId16"/>
    <p:sldLayoutId id="2147483679" r:id="rId17"/>
    <p:sldLayoutId id="2147483676" r:id="rId18"/>
    <p:sldLayoutId id="2147483678" r:id="rId19"/>
    <p:sldLayoutId id="2147483669" r:id="rId20"/>
    <p:sldLayoutId id="2147483671" r:id="rId21"/>
    <p:sldLayoutId id="2147483673" r:id="rId22"/>
    <p:sldLayoutId id="2147483674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svg"/><Relationship Id="rId7" Type="http://schemas.openxmlformats.org/officeDocument/2006/relationships/image" Target="../media/image1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4.svg"/><Relationship Id="rId10" Type="http://schemas.openxmlformats.org/officeDocument/2006/relationships/image" Target="../media/image22.png"/><Relationship Id="rId4" Type="http://schemas.openxmlformats.org/officeDocument/2006/relationships/image" Target="../media/image13.png"/><Relationship Id="rId9" Type="http://schemas.openxmlformats.org/officeDocument/2006/relationships/image" Target="../media/image21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qsels.com/es/public-domain-photo-ffjfs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775" y="1057275"/>
            <a:ext cx="5122545" cy="2173288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rtl="0"/>
            <a:r>
              <a:rPr lang="es-MX" dirty="0"/>
              <a:t>Metodologías de desarrollo de sistemas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4B0552E2-3F84-4A73-A16B-C54043C66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pPr marL="0" indent="0" rtl="0">
              <a:buNone/>
            </a:pPr>
            <a:r>
              <a:rPr lang="es-MX" dirty="0"/>
              <a:t>Unidad 04</a:t>
            </a:r>
          </a:p>
          <a:p>
            <a:pPr marL="0" indent="0" rtl="0">
              <a:buNone/>
            </a:pPr>
            <a:r>
              <a:rPr lang="es-MX" dirty="0"/>
              <a:t>Revisión de metodologías ágiles (Scrum, XP)</a:t>
            </a:r>
          </a:p>
        </p:txBody>
      </p:sp>
      <p:sp>
        <p:nvSpPr>
          <p:cNvPr id="6" name="Marcador de posición de pie de página 5">
            <a:extLst>
              <a:ext uri="{FF2B5EF4-FFF2-40B4-BE49-F238E27FC236}">
                <a16:creationId xmlns:a16="http://schemas.microsoft.com/office/drawing/2014/main" id="{112A0352-7A16-48F0-9C66-57C647D3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r" rtl="0"/>
            <a:r>
              <a:rPr lang="es-MX" dirty="0"/>
              <a:t>Dr. Juan Muñoz López, 2025</a:t>
            </a:r>
          </a:p>
        </p:txBody>
      </p:sp>
      <p:pic>
        <p:nvPicPr>
          <p:cNvPr id="41" name="Marcador de posición de imagen 40" descr="Una sala amplia con paredes de cristal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/>
      </p:pic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69113"/>
            <a:ext cx="6623040" cy="791861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Contenido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5656"/>
            <a:ext cx="8088085" cy="4947632"/>
          </a:xfrm>
        </p:spPr>
        <p:txBody>
          <a:bodyPr rtlCol="0" anchor="ctr">
            <a:normAutofit/>
          </a:bodyPr>
          <a:lstStyle/>
          <a:p>
            <a:r>
              <a:rPr lang="es-MX" dirty="0"/>
              <a:t>4.1  	Panorama General del Proceso Ágil SCRUM (Fases-Roles-Artefactos de Definición del Backlog del Producto, Planeación de Sprint, Ejecución de Sprint, Revisión y Retrospectiva del Sprint,  Entrega Incremental).</a:t>
            </a:r>
          </a:p>
          <a:p>
            <a:r>
              <a:rPr lang="es-MX" dirty="0"/>
              <a:t>4.2 	Panorama General del Proceso Ágil XP (Fases-Roles-Artefactos de Exploración, Planeación del Producto, Planeación de Iteración, Implementación-Pruebas Funcionales,  y Entrega Incremental). </a:t>
            </a:r>
          </a:p>
          <a:p>
            <a:r>
              <a:rPr lang="es-ES" dirty="0"/>
              <a:t>4.3	Revisión Detallada de Proceso Integrado Ágil SCRUM-XP (Fases-Roles-Artefactos de Exploración-Backlog, Planeación de Producto-Backlog, Planeación de Iteración-Sprint, Ejecución de Iteración-Sprint, Revisión y Retrospectiva de Sprint, Entrega Incremental)</a:t>
            </a:r>
            <a:endParaRPr lang="es-MX" dirty="0"/>
          </a:p>
        </p:txBody>
      </p:sp>
      <p:pic>
        <p:nvPicPr>
          <p:cNvPr id="29" name="Marcador de posición de imagen 28" descr="Panel de finanzas digitales">
            <a:extLst>
              <a:ext uri="{FF2B5EF4-FFF2-40B4-BE49-F238E27FC236}">
                <a16:creationId xmlns:a16="http://schemas.microsoft.com/office/drawing/2014/main" id="{5924239E-C490-438F-B9C9-111D931D084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" b="22"/>
          <a:stretch/>
        </p:blipFill>
        <p:spPr/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C78E0DF-6BD7-AC9C-CCA7-BF8860BFE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503" y="1709530"/>
            <a:ext cx="3754671" cy="2528515"/>
          </a:xfrm>
        </p:spPr>
        <p:txBody>
          <a:bodyPr anchor="b">
            <a:normAutofit/>
          </a:bodyPr>
          <a:lstStyle/>
          <a:p>
            <a:r>
              <a:rPr lang="es-MX" sz="3600" dirty="0">
                <a:solidFill>
                  <a:schemeClr val="tx2"/>
                </a:solidFill>
              </a:rPr>
              <a:t>Panorama General del Proceso Ágil SCRUM 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B7ACCB0-61F2-9534-EF99-9A518B5A4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6914" y="4238046"/>
            <a:ext cx="3806919" cy="1741404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6378A37-C2F1-FBB1-10A8-8183FF6EF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88974"/>
            <a:ext cx="7519932" cy="42299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493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E2B62D-4D7D-F21A-ECD8-3478A3B5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 de Scrum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12B83E-9A64-4E43-FB33-3A1D40A934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1" y="1598242"/>
            <a:ext cx="10013692" cy="51847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/>
              <a:t>Scrum</a:t>
            </a:r>
            <a:r>
              <a:rPr lang="es-MX" dirty="0"/>
              <a:t> es un marco de trabajo ágil, iterativo e incremental para gestionar proyectos complejos, especialmente de desarrollo de software.</a:t>
            </a:r>
          </a:p>
          <a:p>
            <a:pPr marL="0" indent="0">
              <a:buNone/>
            </a:pPr>
            <a:r>
              <a:rPr lang="es-MX" dirty="0"/>
              <a:t>Divide el trabajo en ciclos llamados </a:t>
            </a:r>
            <a:r>
              <a:rPr lang="es-MX" dirty="0" err="1"/>
              <a:t>Sprints</a:t>
            </a:r>
            <a:r>
              <a:rPr lang="es-MX" dirty="0"/>
              <a:t>, que duran entre 1 y 4 semanas, al final de los cuales se entrega un incremento funcional del producto.</a:t>
            </a:r>
          </a:p>
          <a:p>
            <a:pPr marL="457200" lvl="1" indent="0">
              <a:buNone/>
            </a:pPr>
            <a:r>
              <a:rPr lang="es-MX" dirty="0"/>
              <a:t>“Scrum es un marco de trabajo iterativo e incremental para el desarrollo de proyectos, productos y aplicaciones [...] que enfatiza la entrega de valor y la mejora continua” (</a:t>
            </a:r>
            <a:r>
              <a:rPr lang="es-MX" dirty="0" err="1"/>
              <a:t>Deemer</a:t>
            </a:r>
            <a:r>
              <a:rPr lang="es-MX" dirty="0"/>
              <a:t> et al., </a:t>
            </a:r>
            <a:r>
              <a:rPr lang="es-MX" dirty="0" err="1"/>
              <a:t>The</a:t>
            </a:r>
            <a:r>
              <a:rPr lang="es-MX" dirty="0"/>
              <a:t> Scrum Primer, 2009; </a:t>
            </a:r>
            <a:r>
              <a:rPr lang="es-MX" dirty="0" err="1"/>
              <a:t>Bahit</a:t>
            </a:r>
            <a:r>
              <a:rPr lang="es-MX" dirty="0"/>
              <a:t>, 2012).</a:t>
            </a:r>
          </a:p>
          <a:p>
            <a:pPr marL="0" indent="0">
              <a:buNone/>
            </a:pPr>
            <a:r>
              <a:rPr lang="es-MX" b="1" dirty="0"/>
              <a:t>Scrum</a:t>
            </a:r>
            <a:r>
              <a:rPr lang="es-MX" dirty="0"/>
              <a:t> es un marco de trabajo ágil que ayuda a las personas, equipos y organizaciones a generar valor a través de soluciones adaptativas para problemas complejos. No es una metodología con pasos rígidos, sino un conjunto de reglas, roles y eventos que se utilizan de forma empírica.</a:t>
            </a:r>
          </a:p>
        </p:txBody>
      </p:sp>
    </p:spTree>
    <p:extLst>
      <p:ext uri="{BB962C8B-B14F-4D97-AF65-F5344CB8AC3E}">
        <p14:creationId xmlns:p14="http://schemas.microsoft.com/office/powerpoint/2010/main" val="108546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6306D-38B4-60A6-FD9E-993636D9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y filosofía de Scrum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AEB2F-938E-9DB5-EA8A-08E1C29BB6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7792" y="1493134"/>
            <a:ext cx="11636416" cy="5364866"/>
          </a:xfrm>
          <a:solidFill>
            <a:schemeClr val="bg1"/>
          </a:solidFill>
        </p:spPr>
        <p:txBody>
          <a:bodyPr anchor="ctr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MX" b="1" dirty="0"/>
              <a:t>Objetivo de Scrum</a:t>
            </a:r>
            <a:r>
              <a:rPr lang="es-MX" dirty="0"/>
              <a:t>: Entregar software funcional y de valor en períodos cortos, respondiendo rápidamente a los cambios del entorno o del cliente.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b="1" dirty="0"/>
              <a:t>Filosofía de Scrum</a:t>
            </a:r>
            <a:r>
              <a:rPr lang="es-MX" dirty="0"/>
              <a:t>: Scrum se basa en la filosofía de </a:t>
            </a:r>
            <a:r>
              <a:rPr lang="es-MX" b="1" dirty="0"/>
              <a:t>Desarrollo Ágil (agilismo)</a:t>
            </a:r>
            <a:r>
              <a:rPr lang="es-MX" dirty="0"/>
              <a:t>, una filosofía que prioriza:</a:t>
            </a:r>
          </a:p>
          <a:p>
            <a:pPr lvl="1"/>
            <a:r>
              <a:rPr lang="es-MX" dirty="0"/>
              <a:t>Las </a:t>
            </a:r>
            <a:r>
              <a:rPr lang="es-MX" b="1" dirty="0"/>
              <a:t>personas y sus interacciones</a:t>
            </a:r>
            <a:r>
              <a:rPr lang="es-MX" dirty="0"/>
              <a:t> sobre los procesos.</a:t>
            </a:r>
          </a:p>
          <a:p>
            <a:pPr lvl="1"/>
            <a:r>
              <a:rPr lang="es-MX" dirty="0"/>
              <a:t>El </a:t>
            </a:r>
            <a:r>
              <a:rPr lang="es-MX" b="1" dirty="0"/>
              <a:t>software funcionando</a:t>
            </a:r>
            <a:r>
              <a:rPr lang="es-MX" dirty="0"/>
              <a:t> sobre la documentación extensa.</a:t>
            </a:r>
          </a:p>
          <a:p>
            <a:pPr lvl="1"/>
            <a:r>
              <a:rPr lang="es-MX" dirty="0"/>
              <a:t>La </a:t>
            </a:r>
            <a:r>
              <a:rPr lang="es-MX" b="1" dirty="0"/>
              <a:t>colaboración con el cliente</a:t>
            </a:r>
            <a:r>
              <a:rPr lang="es-MX" dirty="0"/>
              <a:t> sobre la negociación contractual.</a:t>
            </a:r>
          </a:p>
          <a:p>
            <a:pPr lvl="1"/>
            <a:r>
              <a:rPr lang="es-MX" dirty="0"/>
              <a:t>La </a:t>
            </a:r>
            <a:r>
              <a:rPr lang="es-MX" b="1" dirty="0"/>
              <a:t>respuesta al cambio</a:t>
            </a:r>
            <a:r>
              <a:rPr lang="es-MX" dirty="0"/>
              <a:t> sobre seguir un plan rígido.</a:t>
            </a:r>
          </a:p>
          <a:p>
            <a:pPr lvl="1"/>
            <a:r>
              <a:rPr lang="es-MX" dirty="0"/>
              <a:t>(Esta filosofía deriva del </a:t>
            </a:r>
            <a:r>
              <a:rPr lang="es-MX" i="1" dirty="0"/>
              <a:t>Manifiesto Ágil</a:t>
            </a:r>
            <a:r>
              <a:rPr lang="es-MX" dirty="0"/>
              <a:t>, 2001).</a:t>
            </a:r>
          </a:p>
          <a:p>
            <a:endParaRPr lang="es-MX" dirty="0"/>
          </a:p>
          <a:p>
            <a:r>
              <a:rPr lang="es-MX" dirty="0"/>
              <a:t>Las bases de esta filosofía son:</a:t>
            </a:r>
          </a:p>
          <a:p>
            <a:pPr lvl="1"/>
            <a:r>
              <a:rPr lang="es-MX" b="1" dirty="0"/>
              <a:t>Empirismo:</a:t>
            </a:r>
            <a:r>
              <a:rPr lang="es-MX" dirty="0"/>
              <a:t> El conocimiento proviene de la experiencia y la toma de decisiones se basa en lo observado. En lugar de planificar todo al detalle por adelantado, Scrum se basa en la inspección frecuente de lo que se ha construido y la adaptación rápida del plan.</a:t>
            </a:r>
          </a:p>
          <a:p>
            <a:pPr lvl="1"/>
            <a:r>
              <a:rPr lang="es-MX" b="1" dirty="0"/>
              <a:t>Pensamiento </a:t>
            </a:r>
            <a:r>
              <a:rPr lang="es-MX" b="1" i="1" dirty="0"/>
              <a:t>Lean</a:t>
            </a:r>
            <a:r>
              <a:rPr lang="es-MX" dirty="0"/>
              <a:t>: Se enfoca en reducir el desperdicio. Esto significa no hacer trabajo innecesario y maximizar la cantidad de trabajo que </a:t>
            </a:r>
            <a:r>
              <a:rPr lang="es-MX" i="1" dirty="0"/>
              <a:t>no</a:t>
            </a:r>
            <a:r>
              <a:rPr lang="es-MX" dirty="0"/>
              <a:t> se tiene que hacer. Se entrega el producto en pequeñas partes funcionales para obtener retroalimentación rápida.</a:t>
            </a:r>
          </a:p>
        </p:txBody>
      </p:sp>
      <p:pic>
        <p:nvPicPr>
          <p:cNvPr id="2050" name="Picture 2" descr="WOW! CX | Consultora en Experiencia del Cliente y Empleado">
            <a:extLst>
              <a:ext uri="{FF2B5EF4-FFF2-40B4-BE49-F238E27FC236}">
                <a16:creationId xmlns:a16="http://schemas.microsoft.com/office/drawing/2014/main" id="{23E1249F-6FB6-8D93-5C07-E1FFFFEBA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494" y="3290649"/>
            <a:ext cx="2254714" cy="129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51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4B1F6-68F9-5CB1-41F1-7047F39A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Principios fundamentales de Scrum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7685FA-82E8-7363-95ED-FA2B09A8C6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23686" y="1581150"/>
            <a:ext cx="10125394" cy="5184775"/>
          </a:xfrm>
        </p:spPr>
        <p:txBody>
          <a:bodyPr>
            <a:normAutofit/>
          </a:bodyPr>
          <a:lstStyle/>
          <a:p>
            <a:r>
              <a:rPr lang="es-MX" dirty="0"/>
              <a:t>Scrum se apoya en tres </a:t>
            </a:r>
            <a:r>
              <a:rPr lang="es-MX" b="1" dirty="0"/>
              <a:t>pilares del control empírico de procesos</a:t>
            </a:r>
            <a:r>
              <a:rPr lang="es-MX" dirty="0"/>
              <a:t> (</a:t>
            </a:r>
            <a:r>
              <a:rPr lang="es-MX" dirty="0" err="1"/>
              <a:t>Schwaber</a:t>
            </a:r>
            <a:r>
              <a:rPr lang="es-MX" dirty="0"/>
              <a:t> &amp; Sutherland, 2020):</a:t>
            </a:r>
          </a:p>
          <a:p>
            <a:pPr lvl="1"/>
            <a:r>
              <a:rPr lang="es-MX" b="1" dirty="0"/>
              <a:t>Transparencia:</a:t>
            </a:r>
            <a:r>
              <a:rPr lang="es-MX" dirty="0"/>
              <a:t> todos deben ver el progreso y estado del trabajo.</a:t>
            </a:r>
          </a:p>
          <a:p>
            <a:pPr lvl="1"/>
            <a:r>
              <a:rPr lang="es-MX" b="1" dirty="0"/>
              <a:t>Inspección:</a:t>
            </a:r>
            <a:r>
              <a:rPr lang="es-MX" dirty="0"/>
              <a:t> revisión frecuente del avance y de los resultados.</a:t>
            </a:r>
          </a:p>
          <a:p>
            <a:pPr lvl="1"/>
            <a:r>
              <a:rPr lang="es-MX" b="1" dirty="0"/>
              <a:t>Adaptación:</a:t>
            </a:r>
            <a:r>
              <a:rPr lang="es-MX" dirty="0"/>
              <a:t> ajustes continuos según los hallazgos y retroalimentación.</a:t>
            </a:r>
          </a:p>
          <a:p>
            <a:r>
              <a:rPr lang="es-MX" dirty="0"/>
              <a:t>Además, promueve principios complementarios (</a:t>
            </a:r>
            <a:r>
              <a:rPr lang="es-MX" dirty="0" err="1"/>
              <a:t>Bahit</a:t>
            </a:r>
            <a:r>
              <a:rPr lang="es-MX" dirty="0"/>
              <a:t>, 2012):</a:t>
            </a:r>
          </a:p>
          <a:p>
            <a:pPr lvl="1"/>
            <a:r>
              <a:rPr lang="es-MX" dirty="0"/>
              <a:t>Entregas tempranas y continuas.</a:t>
            </a:r>
          </a:p>
          <a:p>
            <a:pPr lvl="1"/>
            <a:r>
              <a:rPr lang="es-MX" dirty="0"/>
              <a:t>Trabajo colaborativo entre cliente y desarrolladores.</a:t>
            </a:r>
          </a:p>
          <a:p>
            <a:pPr lvl="1"/>
            <a:r>
              <a:rPr lang="es-MX" dirty="0"/>
              <a:t>Autoorganización del equipo.</a:t>
            </a:r>
          </a:p>
          <a:p>
            <a:pPr lvl="1"/>
            <a:r>
              <a:rPr lang="es-MX" dirty="0"/>
              <a:t>Ritmo sostenible de trabajo.</a:t>
            </a:r>
          </a:p>
          <a:p>
            <a:pPr lvl="1"/>
            <a:r>
              <a:rPr lang="es-MX" dirty="0"/>
              <a:t>Mejora continua en cada iteración.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404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A00C0-6D98-07FC-1167-D9BDCFA8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Valores de Scrum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00F4CD-999D-CDB2-15A2-C69C14AF86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1" y="1581150"/>
            <a:ext cx="10013692" cy="837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El éxito de Scrum depende de que el equipo encarne cinco valores fundamentales: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290D6BD-5108-5E7E-1D0D-575681564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84609"/>
              </p:ext>
            </p:extLst>
          </p:nvPr>
        </p:nvGraphicFramePr>
        <p:xfrm>
          <a:off x="2895413" y="2599097"/>
          <a:ext cx="7315573" cy="3352800"/>
        </p:xfrm>
        <a:graphic>
          <a:graphicData uri="http://schemas.openxmlformats.org/drawingml/2006/table">
            <a:tbl>
              <a:tblPr/>
              <a:tblGrid>
                <a:gridCol w="1780167">
                  <a:extLst>
                    <a:ext uri="{9D8B030D-6E8A-4147-A177-3AD203B41FA5}">
                      <a16:colId xmlns:a16="http://schemas.microsoft.com/office/drawing/2014/main" val="3113197176"/>
                    </a:ext>
                  </a:extLst>
                </a:gridCol>
                <a:gridCol w="5535406">
                  <a:extLst>
                    <a:ext uri="{9D8B030D-6E8A-4147-A177-3AD203B41FA5}">
                      <a16:colId xmlns:a16="http://schemas.microsoft.com/office/drawing/2014/main" val="3187139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Compromiso</a:t>
                      </a:r>
                      <a:endParaRPr lang="es-MX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se compromete a lograr el objetivo del Sprint y a apoyarse mutuamente.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99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Foco</a:t>
                      </a:r>
                      <a:endParaRPr lang="es-MX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se enfoca en el trabajo del Sprint y en los objetivos del Scrum </a:t>
                      </a:r>
                      <a:r>
                        <a:rPr lang="es-MX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Team</a:t>
                      </a: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32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Apertura</a:t>
                      </a:r>
                      <a:endParaRPr lang="es-MX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y los </a:t>
                      </a:r>
                      <a:r>
                        <a:rPr lang="es-MX" i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stakeholders</a:t>
                      </a: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(interesados) están abiertos a trabajar juntos y a los desafíos del proyecto.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555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Respeto</a:t>
                      </a:r>
                      <a:endParaRPr lang="es-MX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Los miembros del equipo se respetan como personas capaces e independientes.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51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Coraje</a:t>
                      </a:r>
                      <a:endParaRPr lang="es-MX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tiene el valor de hacer lo correcto y de trabajar en problemas difíciles.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278853"/>
                  </a:ext>
                </a:extLst>
              </a:tr>
            </a:tbl>
          </a:graphicData>
        </a:graphic>
      </p:graphicFrame>
      <p:pic>
        <p:nvPicPr>
          <p:cNvPr id="6" name="Gráfico 5" descr="Anillo con relleno sólido">
            <a:extLst>
              <a:ext uri="{FF2B5EF4-FFF2-40B4-BE49-F238E27FC236}">
                <a16:creationId xmlns:a16="http://schemas.microsoft.com/office/drawing/2014/main" id="{BC44CC60-386F-08E5-2DEE-93CE51551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6602" y="2599097"/>
            <a:ext cx="542081" cy="54208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Gráfico 7" descr="Fusión con relleno sólido">
            <a:extLst>
              <a:ext uri="{FF2B5EF4-FFF2-40B4-BE49-F238E27FC236}">
                <a16:creationId xmlns:a16="http://schemas.microsoft.com/office/drawing/2014/main" id="{6CC2B6ED-1454-81EC-EEDB-00C004EA0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8317" y="3256926"/>
            <a:ext cx="728240" cy="7282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Gráfico 9" descr="Sala de juntas con relleno sólido">
            <a:extLst>
              <a:ext uri="{FF2B5EF4-FFF2-40B4-BE49-F238E27FC236}">
                <a16:creationId xmlns:a16="http://schemas.microsoft.com/office/drawing/2014/main" id="{FE90352A-07F1-C69B-B791-1DF1F1ACBC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0951" y="3933191"/>
            <a:ext cx="693035" cy="6930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Gráfico 13" descr="Crecimiento empresarial con relleno sólido">
            <a:extLst>
              <a:ext uri="{FF2B5EF4-FFF2-40B4-BE49-F238E27FC236}">
                <a16:creationId xmlns:a16="http://schemas.microsoft.com/office/drawing/2014/main" id="{C131D805-7BCB-793B-840C-9CC9545B6D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38888" y="4579856"/>
            <a:ext cx="702600" cy="702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Gráfico 15" descr="Escalada con relleno sólido">
            <a:extLst>
              <a:ext uri="{FF2B5EF4-FFF2-40B4-BE49-F238E27FC236}">
                <a16:creationId xmlns:a16="http://schemas.microsoft.com/office/drawing/2014/main" id="{426C82B2-ADC6-1A62-ADB8-CF9FC5BEDC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70951" y="5357207"/>
            <a:ext cx="594690" cy="5946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632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423EF-F0E3-0E27-2B57-BF7DCC3F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MX" dirty="0"/>
              <a:t>Proceso de Scrum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16A5BA-02A3-CC81-7E45-D6E2ABB653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1" y="1581150"/>
            <a:ext cx="10242564" cy="5184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El proceso de Scrum es iterativo (se repite) e incremental (se añade valor en cada ciclo). El corazón de Scrum es el Sprint, un ciclo de tiempo fijo (generalmente de 1 a 4 semanas) que funciona como un "</a:t>
            </a:r>
            <a:r>
              <a:rPr lang="es-MX" dirty="0" err="1"/>
              <a:t>mini-proyecto</a:t>
            </a:r>
            <a:r>
              <a:rPr lang="es-MX" dirty="0"/>
              <a:t>" donde se planea, se construye, se prueba y se revisa.</a:t>
            </a:r>
          </a:p>
        </p:txBody>
      </p:sp>
      <p:sp>
        <p:nvSpPr>
          <p:cNvPr id="4103" name="Date Placeholder 4">
            <a:extLst>
              <a:ext uri="{FF2B5EF4-FFF2-40B4-BE49-F238E27FC236}">
                <a16:creationId xmlns:a16="http://schemas.microsoft.com/office/drawing/2014/main" id="{98E559F7-AACC-8EF7-828F-EA0B38C2B2C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A6AF421-8FA6-4121-AD01-04C6A2F3A41C}" type="datetime1">
              <a:rPr lang="es-MX"/>
              <a:pPr>
                <a:spcAft>
                  <a:spcPts val="600"/>
                </a:spcAft>
              </a:pPr>
              <a:t>18/10/2025</a:t>
            </a:fld>
            <a:endParaRPr lang="es-MX"/>
          </a:p>
        </p:txBody>
      </p:sp>
      <p:sp>
        <p:nvSpPr>
          <p:cNvPr id="4107" name="Slide Number Placeholder 6">
            <a:extLst>
              <a:ext uri="{FF2B5EF4-FFF2-40B4-BE49-F238E27FC236}">
                <a16:creationId xmlns:a16="http://schemas.microsoft.com/office/drawing/2014/main" id="{B08DBFE9-1952-21FB-AAF6-44AA83A05A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E7E3134-751F-4487-8531-375F9531C48C}" type="slidenum">
              <a:rPr lang="es-MX" smtClean="0"/>
              <a:pPr>
                <a:spcAft>
                  <a:spcPts val="600"/>
                </a:spcAft>
              </a:pPr>
              <a:t>8</a:t>
            </a:fld>
            <a:endParaRPr lang="es-MX"/>
          </a:p>
        </p:txBody>
      </p:sp>
      <p:pic>
        <p:nvPicPr>
          <p:cNvPr id="4098" name="Picture 2" descr="Imagen de Scrum Process Diagram">
            <a:extLst>
              <a:ext uri="{FF2B5EF4-FFF2-40B4-BE49-F238E27FC236}">
                <a16:creationId xmlns:a16="http://schemas.microsoft.com/office/drawing/2014/main" id="{F9AA9AA2-BA19-EA36-C984-0914FAC9A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378" y="3535196"/>
            <a:ext cx="6372557" cy="318627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5081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5D988-C223-ED46-6D50-D24FD4D82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89" y="233324"/>
            <a:ext cx="5779626" cy="1030360"/>
          </a:xfrm>
        </p:spPr>
        <p:txBody>
          <a:bodyPr/>
          <a:lstStyle/>
          <a:p>
            <a:r>
              <a:rPr lang="es-MX" dirty="0"/>
              <a:t>Eventos de Scrum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1F8E5B8-625A-0B25-6CC0-7381EB603AA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42210300"/>
              </p:ext>
            </p:extLst>
          </p:nvPr>
        </p:nvGraphicFramePr>
        <p:xfrm>
          <a:off x="111888" y="1551235"/>
          <a:ext cx="11968224" cy="5225001"/>
        </p:xfrm>
        <a:graphic>
          <a:graphicData uri="http://schemas.openxmlformats.org/drawingml/2006/table">
            <a:tbl>
              <a:tblPr/>
              <a:tblGrid>
                <a:gridCol w="2198494">
                  <a:extLst>
                    <a:ext uri="{9D8B030D-6E8A-4147-A177-3AD203B41FA5}">
                      <a16:colId xmlns:a16="http://schemas.microsoft.com/office/drawing/2014/main" val="376120357"/>
                    </a:ext>
                  </a:extLst>
                </a:gridCol>
                <a:gridCol w="2612135">
                  <a:extLst>
                    <a:ext uri="{9D8B030D-6E8A-4147-A177-3AD203B41FA5}">
                      <a16:colId xmlns:a16="http://schemas.microsoft.com/office/drawing/2014/main" val="4253418292"/>
                    </a:ext>
                  </a:extLst>
                </a:gridCol>
                <a:gridCol w="2055438">
                  <a:extLst>
                    <a:ext uri="{9D8B030D-6E8A-4147-A177-3AD203B41FA5}">
                      <a16:colId xmlns:a16="http://schemas.microsoft.com/office/drawing/2014/main" val="705545322"/>
                    </a:ext>
                  </a:extLst>
                </a:gridCol>
                <a:gridCol w="1352920">
                  <a:extLst>
                    <a:ext uri="{9D8B030D-6E8A-4147-A177-3AD203B41FA5}">
                      <a16:colId xmlns:a16="http://schemas.microsoft.com/office/drawing/2014/main" val="2117591009"/>
                    </a:ext>
                  </a:extLst>
                </a:gridCol>
                <a:gridCol w="3749237">
                  <a:extLst>
                    <a:ext uri="{9D8B030D-6E8A-4147-A177-3AD203B41FA5}">
                      <a16:colId xmlns:a16="http://schemas.microsoft.com/office/drawing/2014/main" val="907634565"/>
                    </a:ext>
                  </a:extLst>
                </a:gridCol>
              </a:tblGrid>
              <a:tr h="348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 dirty="0"/>
                        <a:t>Evento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/>
                        <a:t>Propósito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/>
                        <a:t>Participantes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 dirty="0"/>
                        <a:t>Duración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 dirty="0"/>
                        <a:t>Objetivo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372258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 dirty="0"/>
                        <a:t>1. Planificación del Sprint</a:t>
                      </a:r>
                      <a:endParaRPr lang="es-MX" sz="1700" dirty="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Seleccionar las historias de usuario y tareas del Sprint.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Product Owner, Scrum Master, Equipo de Desarrollo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dirty="0"/>
                        <a:t>2–8 h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Definir el Objetivo del Sprint (el Por Qué) y seleccionar los ítems del Backlog del Producto para lograrlo (el Qué y el Cómo).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022651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2. Ejecución del Sprint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Desarrollar el incremento del producto.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Equipo de Desarrollo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/>
                        <a:t>1–4 semanas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Obtener un incremento que cumpla con las expectativas del cliente en el tiempo comprometido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060772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3. Reuniones Diarias (Daily Scrum)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Coordinar el trabajo diario y resolver impedimentos.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Equipo, Scrum Master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dirty="0"/>
                        <a:t>15 min diarios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Inspeccionar el progreso hacia el Objetivo del Sprint y adaptar el plan de trabajo del día. Es una reunión de 15 minutos solo para los Desarrolladores.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026507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4. Revisión del Sprint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Mostrar el incremento funcional al Product Owner y stakeholders.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Todos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dirty="0"/>
                        <a:t>1–2 h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Inspeccionar el Incremento (el producto terminado) y adaptar el Backlog del Producto según el </a:t>
                      </a:r>
                      <a:r>
                        <a:rPr lang="es-MX" sz="1600" dirty="0" err="1"/>
                        <a:t>feedback</a:t>
                      </a:r>
                      <a:r>
                        <a:rPr lang="es-MX" sz="1600" dirty="0"/>
                        <a:t> de los </a:t>
                      </a:r>
                      <a:r>
                        <a:rPr lang="es-MX" sz="1600" dirty="0" err="1"/>
                        <a:t>stakeholders</a:t>
                      </a:r>
                      <a:r>
                        <a:rPr lang="es-MX" sz="1600" dirty="0"/>
                        <a:t> (clientes y otros interesados).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628002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5. Retrospectiva del Sprint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Analizar el proceso y planear mejoras.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Scrum Master, Equipo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dirty="0"/>
                        <a:t>1–2 h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Inspeccionar cómo funcionó el equipo (el </a:t>
                      </a:r>
                      <a:r>
                        <a:rPr lang="es-MX" sz="1600" b="0" i="1" dirty="0"/>
                        <a:t>proceso</a:t>
                      </a:r>
                      <a:r>
                        <a:rPr lang="es-MX" sz="1600" b="0" dirty="0"/>
                        <a:t>, las relaciones, las herramientas) e identificar las mejoras más útiles para el siguiente Sprint.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84580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8307F6D3-5C85-CD72-0253-96D00DE73CD6}"/>
              </a:ext>
            </a:extLst>
          </p:cNvPr>
          <p:cNvSpPr txBox="1"/>
          <p:nvPr/>
        </p:nvSpPr>
        <p:spPr>
          <a:xfrm>
            <a:off x="5987969" y="86785"/>
            <a:ext cx="6092143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chemeClr val="accent1">
                    <a:lumMod val="50000"/>
                  </a:schemeClr>
                </a:solidFill>
              </a:rPr>
              <a:t>El Sprint</a:t>
            </a:r>
            <a:r>
              <a:rPr lang="es-MX" sz="2000" dirty="0"/>
              <a:t>: Es un contenedor de todos los demás eventos. Su objetivo es crear un </a:t>
            </a:r>
            <a:r>
              <a:rPr lang="es-MX" sz="2000" b="1" dirty="0"/>
              <a:t>Incremento de valor</a:t>
            </a:r>
            <a:r>
              <a:rPr lang="es-MX" sz="2000" dirty="0"/>
              <a:t> consistente. Una vez que comienza, su duración es fija y no se puede extender.</a:t>
            </a:r>
          </a:p>
        </p:txBody>
      </p:sp>
    </p:spTree>
    <p:extLst>
      <p:ext uri="{BB962C8B-B14F-4D97-AF65-F5344CB8AC3E}">
        <p14:creationId xmlns:p14="http://schemas.microsoft.com/office/powerpoint/2010/main" val="396750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BD630-1BBF-B1DA-449C-689A5614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MX" dirty="0"/>
              <a:t>Roles en Scrum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450DB0-17D7-72D8-8F55-03C26AC9CB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434372"/>
            <a:ext cx="7037122" cy="5423628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MX" sz="1800" b="1" dirty="0" err="1"/>
              <a:t>Product</a:t>
            </a:r>
            <a:r>
              <a:rPr lang="es-MX" sz="1800" b="1" dirty="0"/>
              <a:t> </a:t>
            </a:r>
            <a:r>
              <a:rPr lang="es-MX" sz="1800" b="1" dirty="0" err="1"/>
              <a:t>Owner</a:t>
            </a:r>
            <a:r>
              <a:rPr lang="es-MX" sz="1800" b="1" dirty="0"/>
              <a:t> (Dueño del Producto). </a:t>
            </a:r>
            <a:r>
              <a:rPr lang="es-MX" sz="1800" dirty="0"/>
              <a:t>Representa al cliente o las partes interesadas. Define qué se va a construir y en qué orden.</a:t>
            </a:r>
            <a:br>
              <a:rPr lang="es-MX" sz="1800" dirty="0"/>
            </a:br>
            <a:r>
              <a:rPr lang="es-MX" sz="1800" b="1" dirty="0"/>
              <a:t>Responsabilidades:</a:t>
            </a:r>
            <a:endParaRPr lang="es-MX" sz="18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Gestionar el </a:t>
            </a:r>
            <a:r>
              <a:rPr lang="es-MX" sz="1800" dirty="0" err="1"/>
              <a:t>Product</a:t>
            </a:r>
            <a:r>
              <a:rPr lang="es-MX" sz="1800" dirty="0"/>
              <a:t> Backlog (lista priorizada de requisitos).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Maximizar el valor del producto.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Comunicar la visión del producto al equipo.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s-MX" sz="18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MX" sz="1800" b="1" dirty="0"/>
              <a:t>Scrum Master. </a:t>
            </a:r>
            <a:r>
              <a:rPr lang="es-MX" sz="1800" dirty="0"/>
              <a:t>Facilita el proceso Scrum, eliminando impedimentos y asegurando el cumplimiento de los principios ágiles.</a:t>
            </a:r>
            <a:br>
              <a:rPr lang="es-MX" sz="1800" dirty="0"/>
            </a:br>
            <a:r>
              <a:rPr lang="es-MX" sz="1800" b="1" dirty="0"/>
              <a:t>Responsabilidades:</a:t>
            </a:r>
            <a:endParaRPr lang="es-MX" sz="18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Guiar al equipo en la aplicación de Scrum.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Eliminar obstáculos que afecten el desarrollo.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Promover la autoorganización y la mejora continua.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s-MX" sz="18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MX" sz="1800" b="1" dirty="0"/>
              <a:t>Equipo de Desarrollo (Scrum </a:t>
            </a:r>
            <a:r>
              <a:rPr lang="es-MX" sz="1800" b="1" dirty="0" err="1"/>
              <a:t>Team</a:t>
            </a:r>
            <a:r>
              <a:rPr lang="es-MX" sz="1800" b="1" dirty="0"/>
              <a:t>).</a:t>
            </a:r>
            <a:r>
              <a:rPr lang="es-MX" sz="1800" dirty="0"/>
              <a:t> Grupo multidisciplinario de profesionales (desarrolladores, </a:t>
            </a:r>
            <a:r>
              <a:rPr lang="es-MX" sz="1800" dirty="0" err="1"/>
              <a:t>testers</a:t>
            </a:r>
            <a:r>
              <a:rPr lang="es-MX" sz="1800" dirty="0"/>
              <a:t>, diseñadores, etc.) 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MX" sz="1800" b="1" dirty="0"/>
              <a:t>Responsabilidades:</a:t>
            </a:r>
            <a:endParaRPr lang="es-MX" sz="18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Construir el producto.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s-MX" sz="1800" b="1" dirty="0"/>
              <a:t>Características:</a:t>
            </a:r>
            <a:endParaRPr lang="es-MX" sz="180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Entre 3 y 9 integrantes.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Autoorganizados y multifuncionales.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s-MX" sz="1800" dirty="0"/>
              <a:t>Responsables del incremento entregado al final del Sprint.</a:t>
            </a:r>
          </a:p>
        </p:txBody>
      </p:sp>
      <p:pic>
        <p:nvPicPr>
          <p:cNvPr id="1026" name="Picture 2" descr="Product Owner Responsibilities">
            <a:extLst>
              <a:ext uri="{FF2B5EF4-FFF2-40B4-BE49-F238E27FC236}">
                <a16:creationId xmlns:a16="http://schemas.microsoft.com/office/drawing/2014/main" id="{8C7052C6-C0A6-60E3-6EE7-FC364953A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7122" y="2487311"/>
            <a:ext cx="5002478" cy="2813894"/>
          </a:xfrm>
          <a:prstGeom prst="rect">
            <a:avLst/>
          </a:prstGeom>
          <a:solidFill>
            <a:srgbClr val="FFFF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33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FED68-9A6E-6BD3-10DB-06189A0B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Artefactos de Scrum (1/2)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9359A3-BEF6-CBC7-C14B-E9AC2A88FDE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8935" y="1595778"/>
            <a:ext cx="3519028" cy="73073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sv-SE" sz="2000" dirty="0">
                <a:solidFill>
                  <a:schemeClr val="accent1">
                    <a:lumMod val="75000"/>
                  </a:schemeClr>
                </a:solidFill>
              </a:rPr>
              <a:t>Product Backlog </a:t>
            </a:r>
          </a:p>
          <a:p>
            <a:pPr algn="ctr">
              <a:spcBef>
                <a:spcPts val="0"/>
              </a:spcBef>
            </a:pPr>
            <a:r>
              <a:rPr lang="sv-SE" sz="2000" dirty="0">
                <a:solidFill>
                  <a:schemeClr val="accent1">
                    <a:lumMod val="75000"/>
                  </a:schemeClr>
                </a:solidFill>
              </a:rPr>
              <a:t>(Backlog del Producto)</a:t>
            </a:r>
            <a:endParaRPr lang="es-MX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490A07-A807-4166-F6CD-6BCE3E55E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5" y="2419555"/>
            <a:ext cx="3519028" cy="3622430"/>
          </a:xfrm>
        </p:spPr>
        <p:txBody>
          <a:bodyPr numCol="1" anchor="ctr">
            <a:noAutofit/>
          </a:bodyPr>
          <a:lstStyle/>
          <a:p>
            <a:endParaRPr lang="es-MX" sz="1800" b="1" dirty="0"/>
          </a:p>
          <a:p>
            <a:pPr marL="0" indent="0">
              <a:buNone/>
            </a:pPr>
            <a:r>
              <a:rPr lang="es-MX" sz="1800" dirty="0"/>
              <a:t>Lista priorizada de todas las funcionalidades, mejoras o correcciones que se desean en el producto.</a:t>
            </a:r>
            <a:br>
              <a:rPr lang="es-MX" sz="1800" dirty="0"/>
            </a:br>
            <a:r>
              <a:rPr lang="es-MX" sz="1800" b="1" dirty="0"/>
              <a:t>Objetivo:</a:t>
            </a:r>
            <a:r>
              <a:rPr lang="es-MX" sz="1800" dirty="0"/>
              <a:t> Representar qué se necesita desarrollar.</a:t>
            </a:r>
            <a:br>
              <a:rPr lang="es-MX" sz="1800" dirty="0"/>
            </a:br>
            <a:r>
              <a:rPr lang="es-MX" sz="1800" b="1" dirty="0"/>
              <a:t>Responsable:</a:t>
            </a:r>
            <a:r>
              <a:rPr lang="es-MX" sz="1800" dirty="0"/>
              <a:t> </a:t>
            </a:r>
            <a:r>
              <a:rPr lang="es-MX" sz="1800" dirty="0" err="1"/>
              <a:t>Product</a:t>
            </a:r>
            <a:r>
              <a:rPr lang="es-MX" sz="1800" dirty="0"/>
              <a:t> </a:t>
            </a:r>
            <a:r>
              <a:rPr lang="es-MX" sz="1800" dirty="0" err="1"/>
              <a:t>Owner</a:t>
            </a:r>
            <a:r>
              <a:rPr lang="es-MX" sz="1800" dirty="0"/>
              <a:t>.</a:t>
            </a:r>
            <a:br>
              <a:rPr lang="es-MX" sz="1800" dirty="0"/>
            </a:br>
            <a:r>
              <a:rPr lang="es-MX" sz="1800" b="1" dirty="0"/>
              <a:t>Contenidos:</a:t>
            </a:r>
            <a:endParaRPr lang="es-MX" sz="1800" dirty="0"/>
          </a:p>
          <a:p>
            <a:pPr lvl="1"/>
            <a:r>
              <a:rPr lang="es-MX" sz="1800" b="1" dirty="0"/>
              <a:t>Historias de usuario (requisitos funcionales).</a:t>
            </a:r>
          </a:p>
          <a:p>
            <a:pPr lvl="1"/>
            <a:r>
              <a:rPr lang="es-MX" sz="1800" dirty="0"/>
              <a:t>Prioridad de cada ítem.</a:t>
            </a:r>
          </a:p>
          <a:p>
            <a:pPr lvl="1"/>
            <a:r>
              <a:rPr lang="es-MX" sz="1800" dirty="0"/>
              <a:t>Estimación de esfuerzo.</a:t>
            </a:r>
          </a:p>
          <a:p>
            <a:pPr lvl="1"/>
            <a:r>
              <a:rPr lang="es-MX" sz="1800" dirty="0"/>
              <a:t>Criterios de aceptación.</a:t>
            </a:r>
          </a:p>
          <a:p>
            <a:endParaRPr lang="es-MX" sz="1800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CCBBD8F3-1379-ED62-662B-8F70B9D6159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36486" y="1595778"/>
            <a:ext cx="3519028" cy="73073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Sprint Backlog </a:t>
            </a:r>
          </a:p>
          <a:p>
            <a:pPr algn="ctr">
              <a:spcBef>
                <a:spcPts val="0"/>
              </a:spcBef>
            </a:pP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(Planificación del Sprint)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FDD2BF6E-AE07-745D-77FE-B89F329A929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36486" y="2419554"/>
            <a:ext cx="3788942" cy="36224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800" dirty="0"/>
              <a:t>Subconjunto del </a:t>
            </a:r>
            <a:r>
              <a:rPr lang="es-MX" sz="1800" dirty="0" err="1"/>
              <a:t>Product</a:t>
            </a:r>
            <a:r>
              <a:rPr lang="es-MX" sz="1800" dirty="0"/>
              <a:t> Backlog seleccionado para desarrollarse en el Sprint.</a:t>
            </a:r>
            <a:br>
              <a:rPr lang="es-MX" sz="1800" dirty="0"/>
            </a:br>
            <a:r>
              <a:rPr lang="es-MX" sz="1800" b="1" dirty="0"/>
              <a:t>Objetivo:</a:t>
            </a:r>
            <a:r>
              <a:rPr lang="es-MX" sz="1800" dirty="0"/>
              <a:t> Planificar qué se desarrollará y cómo se hará durante la iteración.</a:t>
            </a:r>
            <a:br>
              <a:rPr lang="es-MX" sz="1800" dirty="0"/>
            </a:br>
            <a:r>
              <a:rPr lang="es-MX" sz="1800" b="1" dirty="0"/>
              <a:t>Responsable:</a:t>
            </a:r>
            <a:r>
              <a:rPr lang="es-MX" sz="1800" dirty="0"/>
              <a:t> Equipo de Desarrollo.</a:t>
            </a:r>
            <a:br>
              <a:rPr lang="es-MX" sz="1800" dirty="0"/>
            </a:br>
            <a:r>
              <a:rPr lang="es-MX" sz="1800" b="1" dirty="0"/>
              <a:t>Contenidos:</a:t>
            </a:r>
            <a:endParaRPr lang="es-MX" sz="1800" dirty="0"/>
          </a:p>
          <a:p>
            <a:pPr lvl="1"/>
            <a:r>
              <a:rPr lang="es-MX" sz="1800" dirty="0"/>
              <a:t>Historias seleccionadas del </a:t>
            </a:r>
            <a:r>
              <a:rPr lang="es-MX" sz="1800" dirty="0" err="1"/>
              <a:t>Product</a:t>
            </a:r>
            <a:r>
              <a:rPr lang="es-MX" sz="1800" dirty="0"/>
              <a:t> Backlog.</a:t>
            </a:r>
          </a:p>
          <a:p>
            <a:pPr lvl="1"/>
            <a:r>
              <a:rPr lang="es-MX" sz="1800" dirty="0"/>
              <a:t>Tareas técnicas asociadas.</a:t>
            </a:r>
          </a:p>
          <a:p>
            <a:pPr lvl="1"/>
            <a:r>
              <a:rPr lang="es-MX" sz="1800" dirty="0"/>
              <a:t>Asignación de responsables.</a:t>
            </a:r>
          </a:p>
          <a:p>
            <a:pPr lvl="1"/>
            <a:r>
              <a:rPr lang="es-MX" sz="1800" dirty="0"/>
              <a:t>Estimaciones de tiempo.</a:t>
            </a:r>
          </a:p>
          <a:p>
            <a:endParaRPr lang="es-MX" sz="18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F6063A-716D-74C5-9C46-7924AE0B642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24036" y="1595778"/>
            <a:ext cx="3519028" cy="73073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Ejecución del Sprint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C9AD2CC-B0AF-36CE-1669-07EBCD06E89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024036" y="2419555"/>
            <a:ext cx="3788941" cy="3622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800" dirty="0"/>
              <a:t>Periodo en el que el equipo desarrolla las funcionalidades comprometidas.</a:t>
            </a:r>
            <a:br>
              <a:rPr lang="es-MX" sz="1800" dirty="0"/>
            </a:br>
            <a:r>
              <a:rPr lang="es-MX" sz="1800" b="1" dirty="0"/>
              <a:t>Objetivo:</a:t>
            </a:r>
            <a:r>
              <a:rPr lang="es-MX" sz="1800" dirty="0"/>
              <a:t> Construir el incremento funcional del producto.</a:t>
            </a:r>
            <a:br>
              <a:rPr lang="es-MX" sz="1800" dirty="0"/>
            </a:br>
            <a:r>
              <a:rPr lang="es-MX" sz="1800" b="1" dirty="0"/>
              <a:t>Responsable:</a:t>
            </a:r>
            <a:r>
              <a:rPr lang="es-MX" sz="1800" dirty="0"/>
              <a:t> Equipo de Desarrollo.</a:t>
            </a:r>
            <a:br>
              <a:rPr lang="es-MX" sz="1800" dirty="0"/>
            </a:br>
            <a:r>
              <a:rPr lang="es-MX" sz="1800" b="1" dirty="0"/>
              <a:t>Contenidos:</a:t>
            </a:r>
            <a:endParaRPr lang="es-MX" sz="1800" dirty="0"/>
          </a:p>
          <a:p>
            <a:pPr lvl="1"/>
            <a:r>
              <a:rPr lang="es-MX" sz="1800" dirty="0"/>
              <a:t>Actividades de diseño, programación, pruebas e integración.</a:t>
            </a:r>
          </a:p>
          <a:p>
            <a:pPr lvl="1"/>
            <a:r>
              <a:rPr lang="es-MX" sz="1800" dirty="0"/>
              <a:t>Reuniones diarias de seguimiento.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2774384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CC53D-9D59-A72E-847C-34ADE06A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EBBB3-2750-E14F-DE29-E4C01EC4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Artefactos de Scrum (2/2)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2B44F5-D70D-5D99-A9E2-A38CE0137AA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8935" y="1595778"/>
            <a:ext cx="3519028" cy="73073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sv-SE" sz="2000" dirty="0">
                <a:solidFill>
                  <a:schemeClr val="accent1">
                    <a:lumMod val="75000"/>
                  </a:schemeClr>
                </a:solidFill>
              </a:rPr>
              <a:t>Revisión del Sprint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E318BD-05ED-BCFF-DC35-821370725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5" y="2419555"/>
            <a:ext cx="3519028" cy="3622430"/>
          </a:xfrm>
        </p:spPr>
        <p:txBody>
          <a:bodyPr numCol="1" anchor="ctr">
            <a:noAutofit/>
          </a:bodyPr>
          <a:lstStyle/>
          <a:p>
            <a:pPr marL="0" indent="0">
              <a:buNone/>
            </a:pPr>
            <a:endParaRPr lang="es-MX" sz="1800" b="1" dirty="0"/>
          </a:p>
          <a:p>
            <a:pPr marL="0" indent="0">
              <a:buNone/>
            </a:pPr>
            <a:r>
              <a:rPr lang="es-MX" sz="1800" dirty="0"/>
              <a:t>Reunión para presentar el incremento de producto terminado.</a:t>
            </a:r>
            <a:br>
              <a:rPr lang="es-MX" sz="1800" dirty="0"/>
            </a:br>
            <a:r>
              <a:rPr lang="es-MX" sz="1800" b="1" dirty="0"/>
              <a:t>Objetivo:</a:t>
            </a:r>
            <a:r>
              <a:rPr lang="es-MX" sz="1800" dirty="0"/>
              <a:t> Obtener retroalimentación del </a:t>
            </a:r>
            <a:r>
              <a:rPr lang="es-MX" sz="1800" dirty="0" err="1"/>
              <a:t>Product</a:t>
            </a:r>
            <a:r>
              <a:rPr lang="es-MX" sz="1800" dirty="0"/>
              <a:t> </a:t>
            </a:r>
            <a:r>
              <a:rPr lang="es-MX" sz="1800" dirty="0" err="1"/>
              <a:t>Owner</a:t>
            </a:r>
            <a:r>
              <a:rPr lang="es-MX" sz="1800" dirty="0"/>
              <a:t> y los </a:t>
            </a:r>
            <a:r>
              <a:rPr lang="es-MX" sz="1800" dirty="0" err="1"/>
              <a:t>stakeholders</a:t>
            </a:r>
            <a:r>
              <a:rPr lang="es-MX" sz="1800" dirty="0"/>
              <a:t>.</a:t>
            </a:r>
            <a:br>
              <a:rPr lang="es-MX" sz="1800" dirty="0"/>
            </a:br>
            <a:r>
              <a:rPr lang="es-MX" sz="1800" b="1" dirty="0"/>
              <a:t>Responsable:</a:t>
            </a:r>
            <a:r>
              <a:rPr lang="es-MX" sz="1800" dirty="0"/>
              <a:t> Scrum Master (facilitador).</a:t>
            </a:r>
            <a:br>
              <a:rPr lang="es-MX" sz="1800" dirty="0"/>
            </a:br>
            <a:r>
              <a:rPr lang="es-MX" sz="1800" b="1" dirty="0"/>
              <a:t>Contenidos:</a:t>
            </a:r>
            <a:endParaRPr lang="es-MX" sz="1800" dirty="0"/>
          </a:p>
          <a:p>
            <a:pPr marL="457200" lvl="1" indent="0">
              <a:buNone/>
            </a:pPr>
            <a:r>
              <a:rPr lang="es-MX" sz="1800" dirty="0"/>
              <a:t>Demostración del producto funcional.</a:t>
            </a:r>
          </a:p>
          <a:p>
            <a:pPr marL="457200" lvl="1" indent="0">
              <a:buNone/>
            </a:pPr>
            <a:r>
              <a:rPr lang="es-MX" sz="1800" dirty="0"/>
              <a:t>Discusión sobre mejoras y próximos pasos.</a:t>
            </a:r>
          </a:p>
          <a:p>
            <a:pPr marL="0" indent="0">
              <a:buNone/>
            </a:pPr>
            <a:endParaRPr lang="es-MX" sz="1800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727CD709-63A7-8EBA-085C-E765B78E562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36486" y="1595778"/>
            <a:ext cx="3519028" cy="73073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Retrospectiva del Sprint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D1AF998-394D-B1AF-5C0C-D920A44241A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36486" y="2419554"/>
            <a:ext cx="3788942" cy="36224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800" dirty="0"/>
              <a:t>Espacio de reflexión del equipo tras la revisión del Sprint.</a:t>
            </a:r>
            <a:br>
              <a:rPr lang="es-MX" sz="1800" dirty="0"/>
            </a:br>
            <a:r>
              <a:rPr lang="es-MX" sz="1800" b="1" dirty="0"/>
              <a:t>Objetivo:</a:t>
            </a:r>
            <a:r>
              <a:rPr lang="es-MX" sz="1800" dirty="0"/>
              <a:t> Analizar qué funcionó bien, qué se puede mejorar y qué acciones implementar en el siguiente ciclo.</a:t>
            </a:r>
            <a:br>
              <a:rPr lang="es-MX" sz="1800" dirty="0"/>
            </a:br>
            <a:r>
              <a:rPr lang="es-MX" sz="1800" b="1" dirty="0"/>
              <a:t>Responsable:</a:t>
            </a:r>
            <a:r>
              <a:rPr lang="es-MX" sz="1800" dirty="0"/>
              <a:t> Scrum Master y Equipo.</a:t>
            </a:r>
            <a:br>
              <a:rPr lang="es-MX" sz="1800" dirty="0"/>
            </a:br>
            <a:r>
              <a:rPr lang="es-MX" sz="1800" b="1" dirty="0"/>
              <a:t>Contenidos:</a:t>
            </a:r>
            <a:endParaRPr lang="es-MX" sz="1800" dirty="0"/>
          </a:p>
          <a:p>
            <a:pPr lvl="1"/>
            <a:r>
              <a:rPr lang="es-MX" sz="1800" dirty="0"/>
              <a:t>Identificación de problemas y oportunidades.</a:t>
            </a:r>
          </a:p>
          <a:p>
            <a:pPr lvl="1"/>
            <a:r>
              <a:rPr lang="es-MX" sz="1800" dirty="0"/>
              <a:t>Plan de mejora continua.</a:t>
            </a:r>
          </a:p>
          <a:p>
            <a:endParaRPr lang="es-MX" sz="18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FBD64C-3C60-B1E6-63AE-3496ADC01C3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24036" y="1595778"/>
            <a:ext cx="3519028" cy="73073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 algn="ctr">
              <a:spcBef>
                <a:spcPts val="0"/>
              </a:spcBef>
            </a:pP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Incremento del Producto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8E995CF-C103-F08B-F8F9-5E1DCD7D16C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024036" y="2419555"/>
            <a:ext cx="3788941" cy="3622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800" dirty="0"/>
              <a:t>Entrega acumulativa de funcionalidades completamente desarrolladas, integradas y probadas.</a:t>
            </a:r>
            <a:br>
              <a:rPr lang="es-MX" sz="1800" dirty="0"/>
            </a:br>
            <a:r>
              <a:rPr lang="es-MX" sz="1800" b="1" dirty="0"/>
              <a:t>Objetivo:</a:t>
            </a:r>
            <a:r>
              <a:rPr lang="es-MX" sz="1800" dirty="0"/>
              <a:t> Mostrar un software potencialmente entregable al final de cada Sprint.</a:t>
            </a:r>
            <a:br>
              <a:rPr lang="es-MX" sz="1800" dirty="0"/>
            </a:br>
            <a:r>
              <a:rPr lang="es-MX" sz="1800" b="1" dirty="0"/>
              <a:t>Responsable:</a:t>
            </a:r>
            <a:r>
              <a:rPr lang="es-MX" sz="1800" dirty="0"/>
              <a:t> Equipo de Desarrollo.</a:t>
            </a:r>
            <a:br>
              <a:rPr lang="es-MX" sz="1800" dirty="0"/>
            </a:br>
            <a:r>
              <a:rPr lang="es-MX" sz="1800" b="1" dirty="0"/>
              <a:t>Contenidos:</a:t>
            </a:r>
            <a:endParaRPr lang="es-MX" sz="1800" dirty="0"/>
          </a:p>
          <a:p>
            <a:pPr lvl="1"/>
            <a:r>
              <a:rPr lang="es-MX" sz="1800" dirty="0"/>
              <a:t>Código integrado y probado.</a:t>
            </a:r>
          </a:p>
          <a:p>
            <a:pPr lvl="1"/>
            <a:r>
              <a:rPr lang="es-MX" sz="1800" dirty="0"/>
              <a:t>Documentación técnica mínima necesaria.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886128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33A63-2073-D095-4738-80DF47BC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un ciclo completo de Scrum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53F1AC-1B1A-6347-53A4-43AEC54233CE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805651" y="2273017"/>
            <a:ext cx="9340769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prioriza las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Historias de Usuario 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Backlog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Equipo de Scrum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selecciona las más importantes y las descompone en tareas </a:t>
            </a:r>
            <a:r>
              <a:rPr lang="es-MX" altLang="es-MX" sz="2400" dirty="0">
                <a:latin typeface="Arial" panose="020B0604020202020204" pitchFamily="34" charset="0"/>
              </a:rPr>
              <a:t>generando el </a:t>
            </a:r>
            <a:r>
              <a:rPr kumimoji="0" lang="es-MX" altLang="es-MX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Backlog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realiza la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Ejecución del Sprint 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(por ejemplo, 3 semanas).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revisa el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Incremento del Producto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la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Revisión del Sprint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reflexiona sobre el proceso en la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Retrospectiva del Sprint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planifica el siguiente 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repitiendo el ciclo.</a:t>
            </a:r>
          </a:p>
        </p:txBody>
      </p:sp>
    </p:spTree>
    <p:extLst>
      <p:ext uri="{BB962C8B-B14F-4D97-AF65-F5344CB8AC3E}">
        <p14:creationId xmlns:p14="http://schemas.microsoft.com/office/powerpoint/2010/main" val="52422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FB4B8-9E2F-D644-CE16-19A9B1F7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Historias de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717088-302C-B956-610F-62A79EF726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En Scrum, una </a:t>
            </a:r>
            <a:r>
              <a:rPr lang="es-MX" b="1" dirty="0"/>
              <a:t>historia de usuario</a:t>
            </a:r>
            <a:r>
              <a:rPr lang="es-MX" dirty="0"/>
              <a:t> es una </a:t>
            </a:r>
            <a:r>
              <a:rPr lang="es-MX" b="1" dirty="0"/>
              <a:t>descripción breve, simple y comprensible</a:t>
            </a:r>
            <a:r>
              <a:rPr lang="es-MX" dirty="0"/>
              <a:t> de una funcionalidad del sistema, redactada desde la </a:t>
            </a:r>
            <a:r>
              <a:rPr lang="es-MX" b="1" dirty="0"/>
              <a:t>perspectiva del usuario o cliente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Su objetivo es expresar </a:t>
            </a:r>
            <a:r>
              <a:rPr lang="es-MX" b="1" dirty="0"/>
              <a:t>qué necesita el usuario</a:t>
            </a:r>
            <a:r>
              <a:rPr lang="es-MX" dirty="0"/>
              <a:t>, </a:t>
            </a:r>
            <a:r>
              <a:rPr lang="es-MX" b="1" dirty="0"/>
              <a:t>para qué lo necesita</a:t>
            </a:r>
            <a:r>
              <a:rPr lang="es-MX" dirty="0"/>
              <a:t> y </a:t>
            </a:r>
            <a:r>
              <a:rPr lang="es-MX" b="1" dirty="0"/>
              <a:t>cuál es el valor o beneficio</a:t>
            </a:r>
            <a:r>
              <a:rPr lang="es-MX" dirty="0"/>
              <a:t> que obtiene al tener esa funcionalidad.</a:t>
            </a:r>
          </a:p>
          <a:p>
            <a:r>
              <a:rPr lang="es-MX" dirty="0"/>
              <a:t>Según </a:t>
            </a:r>
            <a:r>
              <a:rPr lang="es-MX" dirty="0" err="1"/>
              <a:t>Bahit</a:t>
            </a:r>
            <a:r>
              <a:rPr lang="es-MX" dirty="0"/>
              <a:t> (2012), las historias de usuario permiten traducir los requisitos del cliente en objetivos claros y funcionales que el equipo puede implementar durante un Sprint.</a:t>
            </a:r>
          </a:p>
          <a:p>
            <a:endParaRPr lang="es-MX" dirty="0"/>
          </a:p>
          <a:p>
            <a:r>
              <a:rPr lang="es-MX" dirty="0"/>
              <a:t>Implementación: </a:t>
            </a:r>
          </a:p>
          <a:p>
            <a:pPr lvl="1"/>
            <a:r>
              <a:rPr lang="es-MX" dirty="0"/>
              <a:t>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define la historia de usuario porque agrega valor directo al usuario.</a:t>
            </a:r>
          </a:p>
          <a:p>
            <a:pPr lvl="1"/>
            <a:r>
              <a:rPr lang="es-MX" dirty="0"/>
              <a:t>El equipo de desarrollo la estima y la planifica dentro de un Sprint.</a:t>
            </a:r>
          </a:p>
          <a:p>
            <a:pPr lvl="1"/>
            <a:r>
              <a:rPr lang="es-MX" dirty="0"/>
              <a:t>Los criterios de aceptación sirven como base para las pruebas de verificación.</a:t>
            </a:r>
          </a:p>
          <a:p>
            <a:pPr lvl="1"/>
            <a:r>
              <a:rPr lang="es-MX" dirty="0"/>
              <a:t>Una vez que se cumplen todos los criterios, la historia se considera “hecha” (Done).</a:t>
            </a:r>
          </a:p>
        </p:txBody>
      </p:sp>
    </p:spTree>
    <p:extLst>
      <p:ext uri="{BB962C8B-B14F-4D97-AF65-F5344CB8AC3E}">
        <p14:creationId xmlns:p14="http://schemas.microsoft.com/office/powerpoint/2010/main" val="2338087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C164B-9446-0677-C754-51103E79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Las 3 C de las historias de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5A83D1-EC73-7E7F-71E5-D190291297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75070" y="1615350"/>
            <a:ext cx="9734309" cy="5184775"/>
          </a:xfrm>
        </p:spPr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/>
              <a:t>Una Historia de Usuario se compone de tres elementos principales conocidos como las </a:t>
            </a:r>
            <a:r>
              <a:rPr lang="es-MX" b="1" dirty="0"/>
              <a:t>"3 C's"</a:t>
            </a:r>
            <a:r>
              <a:rPr lang="es-MX" dirty="0"/>
              <a:t> de Ron Jeffries: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Tarjeta (</a:t>
            </a:r>
            <a:r>
              <a:rPr lang="es-MX" b="1" i="1" dirty="0" err="1"/>
              <a:t>Card</a:t>
            </a:r>
            <a:r>
              <a:rPr lang="es-MX" b="1" dirty="0"/>
              <a:t>). </a:t>
            </a:r>
            <a:r>
              <a:rPr lang="es-MX" dirty="0"/>
              <a:t>La representación física (frecuentemente virtual en una herramienta) del requisito. Es una descripción concisa de la funcionalidad que cabe en una tarjeta o nota.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Conversación (</a:t>
            </a:r>
            <a:r>
              <a:rPr lang="es-MX" b="1" i="1" dirty="0" err="1"/>
              <a:t>Conversation</a:t>
            </a:r>
            <a:r>
              <a:rPr lang="es-MX" b="1" dirty="0"/>
              <a:t>). </a:t>
            </a:r>
            <a:r>
              <a:rPr lang="es-MX" dirty="0"/>
              <a:t>La discusión activa y continua que se lleva a cabo entre 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, el equipo de Desarrolladores y los </a:t>
            </a:r>
            <a:r>
              <a:rPr lang="es-MX" dirty="0" err="1"/>
              <a:t>stakeholders</a:t>
            </a:r>
            <a:r>
              <a:rPr lang="es-MX" dirty="0"/>
              <a:t> para aclarar los detalles, supuestos y casos de uso de la historia. El texto de la tarjeta es solo un punto de partida para esta conversación.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Confirmación (</a:t>
            </a:r>
            <a:r>
              <a:rPr lang="es-MX" b="1" i="1" dirty="0" err="1"/>
              <a:t>Confirmation</a:t>
            </a:r>
            <a:r>
              <a:rPr lang="es-MX" b="1" dirty="0"/>
              <a:t>). </a:t>
            </a:r>
            <a:r>
              <a:rPr lang="es-MX" dirty="0"/>
              <a:t>También conocidos como Criterios de Aceptación. Son las condiciones o pruebas necesarias para que 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determine que la historia ha sido implementada correctamente y está "terminada" (cumple con la Definición de Terminado - </a:t>
            </a:r>
            <a:r>
              <a:rPr lang="es-MX" dirty="0" err="1"/>
              <a:t>DoD</a:t>
            </a:r>
            <a:r>
              <a:rPr lang="es-MX" dirty="0"/>
              <a:t>).</a:t>
            </a:r>
          </a:p>
          <a:p>
            <a:pPr algn="just"/>
            <a:r>
              <a:rPr lang="es-MX" dirty="0"/>
              <a:t>Además de una estructura de frase estándar para su escritura.</a:t>
            </a:r>
          </a:p>
        </p:txBody>
      </p:sp>
    </p:spTree>
    <p:extLst>
      <p:ext uri="{BB962C8B-B14F-4D97-AF65-F5344CB8AC3E}">
        <p14:creationId xmlns:p14="http://schemas.microsoft.com/office/powerpoint/2010/main" val="1941922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7FE26-43AF-BC45-2201-DC83AE2C0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Estructura de una tarjeta de una historia de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409775-EC02-5641-F8FE-65B79A80C34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0" y="1516284"/>
            <a:ext cx="10490725" cy="524964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Como </a:t>
            </a: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[ROL DE USUARIO], 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quiero </a:t>
            </a: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[ACCION/FUNCIONALIDAD]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</a:rPr>
              <a:t>, para </a:t>
            </a:r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[BENEFICIO/RAZON]</a:t>
            </a:r>
          </a:p>
          <a:p>
            <a:endParaRPr lang="es-MX" b="1" dirty="0"/>
          </a:p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[ROL DE USUARIO]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lvl="1"/>
            <a:r>
              <a:rPr lang="es-MX" b="1" dirty="0"/>
              <a:t>Definición:</a:t>
            </a:r>
            <a:r>
              <a:rPr lang="es-MX" dirty="0"/>
              <a:t> El tipo de persona que utilizará la funcionalidad. Identifica el </a:t>
            </a:r>
            <a:r>
              <a:rPr lang="es-MX" b="1" dirty="0"/>
              <a:t>quién</a:t>
            </a:r>
            <a:r>
              <a:rPr lang="es-MX" dirty="0"/>
              <a:t>.</a:t>
            </a:r>
          </a:p>
          <a:p>
            <a:pPr lvl="1"/>
            <a:r>
              <a:rPr lang="es-MX" b="1" dirty="0"/>
              <a:t>Propósito:</a:t>
            </a:r>
            <a:r>
              <a:rPr lang="es-MX" dirty="0"/>
              <a:t> Ayuda al equipo a empatizar y comprender el contexto del usuario (sus permisos, sus necesidades).</a:t>
            </a:r>
          </a:p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[ACCIÓN / META]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lvl="1"/>
            <a:r>
              <a:rPr lang="es-MX" b="1" dirty="0"/>
              <a:t>Definición:</a:t>
            </a:r>
            <a:r>
              <a:rPr lang="es-MX" dirty="0"/>
              <a:t> La funcionalidad específica que el usuario quiere realizar o el objetivo que desea lograr con el sistema. Identifica el </a:t>
            </a:r>
            <a:r>
              <a:rPr lang="es-MX" b="1" dirty="0"/>
              <a:t>qué</a:t>
            </a:r>
            <a:r>
              <a:rPr lang="es-MX" dirty="0"/>
              <a:t>.</a:t>
            </a:r>
          </a:p>
          <a:p>
            <a:pPr lvl="1"/>
            <a:r>
              <a:rPr lang="es-MX" b="1" dirty="0"/>
              <a:t>Propósito:</a:t>
            </a:r>
            <a:r>
              <a:rPr lang="es-MX" dirty="0"/>
              <a:t> Define claramente el comportamiento del sistema.</a:t>
            </a:r>
          </a:p>
          <a:p>
            <a:r>
              <a:rPr lang="es-MX" b="1" dirty="0">
                <a:solidFill>
                  <a:schemeClr val="accent1">
                    <a:lumMod val="50000"/>
                  </a:schemeClr>
                </a:solidFill>
              </a:rPr>
              <a:t>[BENEFICIO / RAZÓN]</a:t>
            </a:r>
            <a:r>
              <a:rPr lang="es-MX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lvl="1"/>
            <a:r>
              <a:rPr lang="es-MX" b="1" dirty="0"/>
              <a:t>Definición:</a:t>
            </a:r>
            <a:r>
              <a:rPr lang="es-MX" dirty="0"/>
              <a:t> La justificación de por qué el usuario quiere esa funcionalidad o el valor que obtendrá al usarla. Identifica el </a:t>
            </a:r>
            <a:r>
              <a:rPr lang="es-MX" b="1" dirty="0"/>
              <a:t>por qué</a:t>
            </a:r>
            <a:r>
              <a:rPr lang="es-MX" dirty="0"/>
              <a:t>.</a:t>
            </a:r>
          </a:p>
          <a:p>
            <a:pPr lvl="1"/>
            <a:r>
              <a:rPr lang="es-MX" b="1" dirty="0"/>
              <a:t>Propósito:</a:t>
            </a:r>
            <a:r>
              <a:rPr lang="es-MX" dirty="0"/>
              <a:t> Es el elemento más crítico, ya que asegura que el equipo entienda el valor de negocio y la prioridad del requisito.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6481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0A29A-B78F-15E4-BE02-A776011A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Ejemplo de una tarjeta de una historia de usuario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ECC13E1-8132-96B7-D044-9728D512F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942587"/>
              </p:ext>
            </p:extLst>
          </p:nvPr>
        </p:nvGraphicFramePr>
        <p:xfrm>
          <a:off x="1352484" y="2253710"/>
          <a:ext cx="10379481" cy="3535680"/>
        </p:xfrm>
        <a:graphic>
          <a:graphicData uri="http://schemas.openxmlformats.org/drawingml/2006/table">
            <a:tbl>
              <a:tblPr/>
              <a:tblGrid>
                <a:gridCol w="2470960">
                  <a:extLst>
                    <a:ext uri="{9D8B030D-6E8A-4147-A177-3AD203B41FA5}">
                      <a16:colId xmlns:a16="http://schemas.microsoft.com/office/drawing/2014/main" val="872055245"/>
                    </a:ext>
                  </a:extLst>
                </a:gridCol>
                <a:gridCol w="7908521">
                  <a:extLst>
                    <a:ext uri="{9D8B030D-6E8A-4147-A177-3AD203B41FA5}">
                      <a16:colId xmlns:a16="http://schemas.microsoft.com/office/drawing/2014/main" val="2975602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Tarjeta</a:t>
                      </a:r>
                      <a:endParaRPr lang="es-MX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Como un </a:t>
                      </a:r>
                      <a:r>
                        <a:rPr lang="es-MX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Estudiante activo</a:t>
                      </a: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quiero </a:t>
                      </a:r>
                      <a:r>
                        <a:rPr lang="es-MX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seleccionar e inscribirme a mis materias en línea</a:t>
                      </a: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para </a:t>
                      </a:r>
                      <a:r>
                        <a:rPr lang="es-MX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Google Sans Text"/>
                        </a:rPr>
                        <a:t>asegurar mi cupo y planificar mi horario sin tener que ir a cajas</a:t>
                      </a: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298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737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ROL DE USUARIO</a:t>
                      </a:r>
                      <a:r>
                        <a:rPr lang="es-MX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s-MX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Estudiante activo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9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ACCIÓN / META</a:t>
                      </a:r>
                      <a:r>
                        <a:rPr lang="es-MX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s-MX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Seleccionar e inscribirme a mis materias en línea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84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Google Sans Text"/>
                        </a:rPr>
                        <a:t>BENEFICIO / RAZÓN</a:t>
                      </a:r>
                      <a:r>
                        <a:rPr lang="es-MX" sz="2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s-MX" sz="2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2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Asegurar mi cupo y planificar mi horario sin tener que ir a cajas la oficina de registro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009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28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CFFA7-2124-A08F-DC1D-34829046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Contenidos de una historia de usuario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C749503-00A6-491C-99EC-8C7700C5289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25910424"/>
              </p:ext>
            </p:extLst>
          </p:nvPr>
        </p:nvGraphicFramePr>
        <p:xfrm>
          <a:off x="61731" y="1146589"/>
          <a:ext cx="12068538" cy="5595588"/>
        </p:xfrm>
        <a:graphic>
          <a:graphicData uri="http://schemas.openxmlformats.org/drawingml/2006/table">
            <a:tbl>
              <a:tblPr/>
              <a:tblGrid>
                <a:gridCol w="2330372">
                  <a:extLst>
                    <a:ext uri="{9D8B030D-6E8A-4147-A177-3AD203B41FA5}">
                      <a16:colId xmlns:a16="http://schemas.microsoft.com/office/drawing/2014/main" val="2688631849"/>
                    </a:ext>
                  </a:extLst>
                </a:gridCol>
                <a:gridCol w="5321597">
                  <a:extLst>
                    <a:ext uri="{9D8B030D-6E8A-4147-A177-3AD203B41FA5}">
                      <a16:colId xmlns:a16="http://schemas.microsoft.com/office/drawing/2014/main" val="4273817208"/>
                    </a:ext>
                  </a:extLst>
                </a:gridCol>
                <a:gridCol w="4416569">
                  <a:extLst>
                    <a:ext uri="{9D8B030D-6E8A-4147-A177-3AD203B41FA5}">
                      <a16:colId xmlns:a16="http://schemas.microsoft.com/office/drawing/2014/main" val="2454083323"/>
                    </a:ext>
                  </a:extLst>
                </a:gridCol>
              </a:tblGrid>
              <a:tr h="64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Identificador o código</a:t>
                      </a:r>
                      <a:endParaRPr lang="es-MX" sz="1600" dirty="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Es un número o clave única que permite registrar y rastrear la historia dentro del </a:t>
                      </a:r>
                      <a:r>
                        <a:rPr lang="es-MX" sz="1600" b="0" dirty="0" err="1"/>
                        <a:t>Product</a:t>
                      </a:r>
                      <a:r>
                        <a:rPr lang="es-MX" sz="1600" b="0" dirty="0"/>
                        <a:t> Backlog.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Facilita la organización, control y seguimiento de cada historia.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603013"/>
                  </a:ext>
                </a:extLst>
              </a:tr>
              <a:tr h="345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Título o nombre</a:t>
                      </a:r>
                      <a:endParaRPr lang="es-MX" sz="160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Breve frase que resume la funcionalidad.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Permite identificar rápidamente de qué trata la historia.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47051"/>
                  </a:ext>
                </a:extLst>
              </a:tr>
              <a:tr h="64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Descripción (Formato estándar)</a:t>
                      </a:r>
                      <a:endParaRPr lang="es-MX" sz="1600" dirty="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Se redacta con la estructura: “Como [</a:t>
                      </a:r>
                      <a:r>
                        <a:rPr lang="es-MX" sz="1600" b="1" dirty="0"/>
                        <a:t>ROL DE USUARIO</a:t>
                      </a:r>
                      <a:r>
                        <a:rPr lang="es-MX" sz="1600" b="0" dirty="0"/>
                        <a:t>], quiero [</a:t>
                      </a:r>
                      <a:r>
                        <a:rPr lang="es-MX" sz="1600" b="1" dirty="0"/>
                        <a:t>ACCIÓN O META</a:t>
                      </a:r>
                      <a:r>
                        <a:rPr lang="es-MX" sz="1600" b="0" dirty="0"/>
                        <a:t>] para [</a:t>
                      </a:r>
                      <a:r>
                        <a:rPr lang="es-MX" sz="1600" b="1" dirty="0"/>
                        <a:t>BENEFICIO O RAZÓN</a:t>
                      </a:r>
                      <a:r>
                        <a:rPr lang="es-MX" sz="1600" b="0" dirty="0"/>
                        <a:t>]”.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Captura el quién, qué y para qué de la funcionalidad. Facilita la comprensión tanto al cliente como al equipo técnico.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170313"/>
                  </a:ext>
                </a:extLst>
              </a:tr>
              <a:tr h="64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Prioridad</a:t>
                      </a:r>
                      <a:endParaRPr lang="es-MX" sz="160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Indica la importancia relativa de la historia dentro del backlog (por ejemplo: alta, media o baja).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Permite al </a:t>
                      </a:r>
                      <a:r>
                        <a:rPr lang="es-MX" sz="1600" b="0" dirty="0" err="1"/>
                        <a:t>Product</a:t>
                      </a:r>
                      <a:r>
                        <a:rPr lang="es-MX" sz="1600" b="0" dirty="0"/>
                        <a:t> </a:t>
                      </a:r>
                      <a:r>
                        <a:rPr lang="es-MX" sz="1600" b="0" dirty="0" err="1"/>
                        <a:t>Owner</a:t>
                      </a:r>
                      <a:r>
                        <a:rPr lang="es-MX" sz="1600" b="0" dirty="0"/>
                        <a:t> decidir qué historias deben desarrollarse primero según el valor para el negocio.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79142"/>
                  </a:ext>
                </a:extLst>
              </a:tr>
              <a:tr h="64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Valor de negocio</a:t>
                      </a:r>
                      <a:endParaRPr lang="es-MX" sz="1600" dirty="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Mide el beneficio que aporta al producto o a la organización (por ejemplo, en puntos o estimación cualitativa).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Ayuda a decidir la secuencia de desarrollo en función del retorno o impacto.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044361"/>
                  </a:ext>
                </a:extLst>
              </a:tr>
              <a:tr h="790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Esfuerzo estimado</a:t>
                      </a:r>
                      <a:endParaRPr lang="es-MX" sz="1600" dirty="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Es la cantidad de trabajo o complejidad técnica necesaria para implementarla (estimada por el equipo, usando puntos de historia, horas o “tallas de camiseta”).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Facilita la planificación del Sprint y la asignación de tareas.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139204"/>
                  </a:ext>
                </a:extLst>
              </a:tr>
              <a:tr h="64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Criterios de aceptación (confirmación)</a:t>
                      </a:r>
                      <a:endParaRPr lang="es-MX" sz="1600" dirty="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Son las condiciones específicas y verificables que deben cumplirse para considerar la historia como terminada.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Aseguran que la funcionalidad cumpla con las expectativas del usuario y sea comprobable mediante pruebas.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789355"/>
                  </a:ext>
                </a:extLst>
              </a:tr>
              <a:tr h="641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Notas o comentarios adicionales</a:t>
                      </a:r>
                      <a:endParaRPr lang="es-MX" sz="1600" dirty="0"/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Información complementaria útil: dependencias, restricciones técnicas, reglas de negocio, referencias a documentos, etc.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0" dirty="0"/>
                        <a:t>Evita ambigüedades y apoya al equipo de desarrollo en la comprensión del contexto.</a:t>
                      </a:r>
                    </a:p>
                  </a:txBody>
                  <a:tcPr marL="49379" marR="49379" marT="24689" marB="2468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58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24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6E190-3F56-AC1C-DB95-FD127DC0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Criterios de aceptación (confirmación)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69E0C-9E81-6790-7978-AF564B8217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99594" y="1963112"/>
            <a:ext cx="3588152" cy="4298504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sz="2400" dirty="0"/>
              <a:t>La estructura más común y clara para redactar los </a:t>
            </a:r>
            <a:r>
              <a:rPr lang="es-MX" sz="2400" b="1" dirty="0"/>
              <a:t>Criterios de Aceptación</a:t>
            </a:r>
            <a:r>
              <a:rPr lang="es-MX" sz="2400" dirty="0"/>
              <a:t> de una Historia de Usuario es el formato </a:t>
            </a:r>
            <a:r>
              <a:rPr lang="es-MX" sz="2400" b="1" dirty="0" err="1"/>
              <a:t>Gherkin</a:t>
            </a:r>
            <a:r>
              <a:rPr lang="es-MX" sz="2400" dirty="0"/>
              <a:t>, que utiliza la sintaxis </a:t>
            </a:r>
            <a:r>
              <a:rPr lang="es-MX" sz="2400" b="1" dirty="0"/>
              <a:t>Dado-Cuando-Entonces (</a:t>
            </a:r>
            <a:r>
              <a:rPr lang="es-MX" sz="2400" b="1" i="1" dirty="0" err="1"/>
              <a:t>Given-When-Then</a:t>
            </a:r>
            <a:r>
              <a:rPr lang="es-MX" sz="2400" b="1" dirty="0"/>
              <a:t>)</a:t>
            </a:r>
            <a:r>
              <a:rPr lang="es-MX" sz="2400" dirty="0"/>
              <a:t>.</a:t>
            </a:r>
          </a:p>
          <a:p>
            <a:pPr marL="0" indent="0">
              <a:buNone/>
            </a:pPr>
            <a:r>
              <a:rPr lang="es-MX" sz="2400" dirty="0"/>
              <a:t>Esta estructura se asemeja a un </a:t>
            </a:r>
            <a:r>
              <a:rPr lang="es-MX" sz="2400" i="1" dirty="0"/>
              <a:t>script</a:t>
            </a:r>
            <a:r>
              <a:rPr lang="es-MX" sz="2400" dirty="0"/>
              <a:t> de prueba y asegura que los requisitos sean claros, comprobables y no ambiguos.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0B0DBFC-42CF-7432-EBE2-7CFDBE11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20379"/>
              </p:ext>
            </p:extLst>
          </p:nvPr>
        </p:nvGraphicFramePr>
        <p:xfrm>
          <a:off x="4780342" y="1963111"/>
          <a:ext cx="7319058" cy="4298504"/>
        </p:xfrm>
        <a:graphic>
          <a:graphicData uri="http://schemas.openxmlformats.org/drawingml/2006/table">
            <a:tbl>
              <a:tblPr/>
              <a:tblGrid>
                <a:gridCol w="1562078">
                  <a:extLst>
                    <a:ext uri="{9D8B030D-6E8A-4147-A177-3AD203B41FA5}">
                      <a16:colId xmlns:a16="http://schemas.microsoft.com/office/drawing/2014/main" val="1455757607"/>
                    </a:ext>
                  </a:extLst>
                </a:gridCol>
                <a:gridCol w="3993503">
                  <a:extLst>
                    <a:ext uri="{9D8B030D-6E8A-4147-A177-3AD203B41FA5}">
                      <a16:colId xmlns:a16="http://schemas.microsoft.com/office/drawing/2014/main" val="2437031528"/>
                    </a:ext>
                  </a:extLst>
                </a:gridCol>
                <a:gridCol w="1763477">
                  <a:extLst>
                    <a:ext uri="{9D8B030D-6E8A-4147-A177-3AD203B41FA5}">
                      <a16:colId xmlns:a16="http://schemas.microsoft.com/office/drawing/2014/main" val="147278316"/>
                    </a:ext>
                  </a:extLst>
                </a:gridCol>
              </a:tblGrid>
              <a:tr h="9563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Dado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s-MX" sz="1800" i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Given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Describe el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contexto inicial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 la precondición del sistema y del usuario antes de que se realice cualquier acción.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Establece la situación de partida.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23181"/>
                  </a:ext>
                </a:extLst>
              </a:tr>
              <a:tr h="9563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Cuando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When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Describe la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acción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o el evento que el usuario realiza sobre el sistema. Es el </a:t>
                      </a:r>
                      <a:r>
                        <a:rPr lang="es-MX" sz="1800" i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trigger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(disparador) de la funcionalidad.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Define la interacción del usuario.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034912"/>
                  </a:ext>
                </a:extLst>
              </a:tr>
              <a:tr h="9563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Entonces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Then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Describe el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resultado esperado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del sistema después de la acción. Es la verificación de que la funcionalidad se completó con éxito.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Confirma el comportamiento correcto del sistema.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885857"/>
                  </a:ext>
                </a:extLst>
              </a:tr>
              <a:tr h="11715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Y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And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)/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Pero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But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utiliza para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enlazar múltiples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condiciones (en el </a:t>
                      </a:r>
                      <a:r>
                        <a:rPr lang="es-MX" sz="18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Dado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), acciones (en el </a:t>
                      </a:r>
                      <a:r>
                        <a:rPr lang="es-MX" sz="18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Cuando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o resultados (en el </a:t>
                      </a:r>
                      <a:r>
                        <a:rPr lang="es-MX" sz="18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Entonces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sin tener que repetir la palabra clave.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Permite detallar escenarios complejos de manera concisa.</a:t>
                      </a:r>
                    </a:p>
                  </a:txBody>
                  <a:tcPr marL="71725" marR="71725" marT="47817" marB="47817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438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715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6586-98A6-BE99-9E1C-0C20C1BE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Ejemplo de criterios de aceptación (confirmación)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C2167C-56C9-8FEF-BA34-6B54AF49B2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Los Criterios de Aceptación detallan la funcionalidad y determinan si el trabajo está </a:t>
            </a:r>
            <a:r>
              <a:rPr lang="es-MX" i="1" dirty="0"/>
              <a:t>realmente</a:t>
            </a:r>
            <a:r>
              <a:rPr lang="es-MX" dirty="0"/>
              <a:t> terminado.</a:t>
            </a:r>
          </a:p>
          <a:p>
            <a:pPr lvl="1"/>
            <a:r>
              <a:rPr lang="es-MX" b="1" dirty="0"/>
              <a:t>Dado que</a:t>
            </a:r>
            <a:r>
              <a:rPr lang="es-MX" dirty="0"/>
              <a:t> soy un Estudiante activo con todas las cuotas pagadas, </a:t>
            </a:r>
            <a:r>
              <a:rPr lang="es-MX" b="1" dirty="0"/>
              <a:t>cuando</a:t>
            </a:r>
            <a:r>
              <a:rPr lang="es-MX" dirty="0"/>
              <a:t> selecciono una materia, </a:t>
            </a:r>
            <a:r>
              <a:rPr lang="es-MX" b="1" dirty="0"/>
              <a:t>entonces</a:t>
            </a:r>
            <a:r>
              <a:rPr lang="es-MX" dirty="0"/>
              <a:t> el sistema me muestra el cupo restante en tiempo real.</a:t>
            </a:r>
          </a:p>
          <a:p>
            <a:pPr lvl="1"/>
            <a:r>
              <a:rPr lang="es-MX" b="1" dirty="0"/>
              <a:t>Dado que</a:t>
            </a:r>
            <a:r>
              <a:rPr lang="es-MX" dirty="0"/>
              <a:t> soy un Estudiante activo, </a:t>
            </a:r>
            <a:r>
              <a:rPr lang="es-MX" b="1" dirty="0"/>
              <a:t>cuando</a:t>
            </a:r>
            <a:r>
              <a:rPr lang="es-MX" dirty="0"/>
              <a:t> elijo materias con empalme de horario, </a:t>
            </a:r>
            <a:r>
              <a:rPr lang="es-MX" b="1" dirty="0"/>
              <a:t>entonces</a:t>
            </a:r>
            <a:r>
              <a:rPr lang="es-MX" dirty="0"/>
              <a:t> el sistema me notifica con una alerta de error y no me permite finalizar la inscripción.</a:t>
            </a:r>
          </a:p>
          <a:p>
            <a:pPr lvl="1"/>
            <a:r>
              <a:rPr lang="es-MX" b="1" dirty="0"/>
              <a:t>Dado que</a:t>
            </a:r>
            <a:r>
              <a:rPr lang="es-MX" dirty="0"/>
              <a:t> he confirmado mi inscripción, </a:t>
            </a:r>
            <a:r>
              <a:rPr lang="es-MX" b="1" dirty="0"/>
              <a:t>entonces</a:t>
            </a:r>
            <a:r>
              <a:rPr lang="es-MX" dirty="0"/>
              <a:t> recibo un </a:t>
            </a:r>
            <a:r>
              <a:rPr lang="es-MX" b="1" dirty="0"/>
              <a:t>correo electrónico</a:t>
            </a:r>
            <a:r>
              <a:rPr lang="es-MX" dirty="0"/>
              <a:t> con el comprobante y el horario final.</a:t>
            </a:r>
          </a:p>
          <a:p>
            <a:pPr lvl="1"/>
            <a:r>
              <a:rPr lang="es-MX" dirty="0"/>
              <a:t>La inscripción debe poder completarse en un tiempo máximo de </a:t>
            </a:r>
            <a:r>
              <a:rPr lang="es-MX" b="1" dirty="0"/>
              <a:t>5 minutos</a:t>
            </a:r>
            <a:r>
              <a:rPr lang="es-MX" dirty="0"/>
              <a:t> (requisito no funcional).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2982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34339-2502-BD79-680B-1EF620C3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238853"/>
            <a:ext cx="10013709" cy="675547"/>
          </a:xfrm>
        </p:spPr>
        <p:txBody>
          <a:bodyPr>
            <a:normAutofit fontScale="90000"/>
          </a:bodyPr>
          <a:lstStyle/>
          <a:p>
            <a:r>
              <a:rPr lang="es-MX" dirty="0"/>
              <a:t>Ejemplo de historia de usuario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7864D31-33E9-D642-7524-AB04CC8F9F0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19072901"/>
              </p:ext>
            </p:extLst>
          </p:nvPr>
        </p:nvGraphicFramePr>
        <p:xfrm>
          <a:off x="50158" y="891250"/>
          <a:ext cx="12107119" cy="5943600"/>
        </p:xfrm>
        <a:graphic>
          <a:graphicData uri="http://schemas.openxmlformats.org/drawingml/2006/table">
            <a:tbl>
              <a:tblPr/>
              <a:tblGrid>
                <a:gridCol w="2345802">
                  <a:extLst>
                    <a:ext uri="{9D8B030D-6E8A-4147-A177-3AD203B41FA5}">
                      <a16:colId xmlns:a16="http://schemas.microsoft.com/office/drawing/2014/main" val="3516165913"/>
                    </a:ext>
                  </a:extLst>
                </a:gridCol>
                <a:gridCol w="9761317">
                  <a:extLst>
                    <a:ext uri="{9D8B030D-6E8A-4147-A177-3AD203B41FA5}">
                      <a16:colId xmlns:a16="http://schemas.microsoft.com/office/drawing/2014/main" val="2235544159"/>
                    </a:ext>
                  </a:extLst>
                </a:gridCol>
              </a:tblGrid>
              <a:tr h="343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ID: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dirty="0"/>
                        <a:t>HU-003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70497"/>
                  </a:ext>
                </a:extLst>
              </a:tr>
              <a:tr h="343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Título: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/>
                        <a:t>Recuperación de contraseña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602682"/>
                  </a:ext>
                </a:extLst>
              </a:tr>
              <a:tr h="6127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Descripción: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dirty="0"/>
                        <a:t>Como </a:t>
                      </a:r>
                      <a:r>
                        <a:rPr lang="es-MX" sz="2000" b="1" dirty="0"/>
                        <a:t>usuario registrado</a:t>
                      </a:r>
                      <a:r>
                        <a:rPr lang="es-MX" sz="2000" dirty="0"/>
                        <a:t>, quiero </a:t>
                      </a:r>
                      <a:r>
                        <a:rPr lang="es-MX" sz="2000" b="1" dirty="0"/>
                        <a:t>recuperar mi contraseña mediante correo electrónico</a:t>
                      </a:r>
                      <a:r>
                        <a:rPr lang="es-MX" sz="2000" dirty="0"/>
                        <a:t>, para </a:t>
                      </a:r>
                      <a:r>
                        <a:rPr lang="es-MX" sz="2000" b="1" dirty="0"/>
                        <a:t>poder acceder de nuevo a mi cuenta en caso de olvido</a:t>
                      </a:r>
                      <a:r>
                        <a:rPr lang="es-MX" sz="20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11580"/>
                  </a:ext>
                </a:extLst>
              </a:tr>
              <a:tr h="343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Prioridad: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dirty="0"/>
                        <a:t>Alta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962050"/>
                  </a:ext>
                </a:extLst>
              </a:tr>
              <a:tr h="343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Valor de negocio: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dirty="0"/>
                        <a:t>Mejora la satisfacción del usuario y reduce el número de solicitudes al soporte técnico.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334016"/>
                  </a:ext>
                </a:extLst>
              </a:tr>
              <a:tr h="343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Esfuerzo estimado: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dirty="0"/>
                        <a:t>13 puntos de historia (equivalente a un esfuerzo medio).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712444"/>
                  </a:ext>
                </a:extLst>
              </a:tr>
              <a:tr h="19900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Criterios de aceptación (confirmación):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800" dirty="0"/>
                        <a:t>Dado que soy un usuario registrado cuando solicito la recuperación de mi contraseña desde la pantalla de inicio de sesión entonces el sistema me solicita mi dirección de correo electrónico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800" dirty="0"/>
                        <a:t>Dado que como soy un usuario registrado cuando solicité la recuperación de mi contraseña entonces el sistema me </a:t>
                      </a:r>
                      <a:r>
                        <a:rPr lang="es-MX" sz="1800" dirty="0" err="1"/>
                        <a:t>envia</a:t>
                      </a:r>
                      <a:r>
                        <a:rPr lang="es-MX" sz="1800" dirty="0"/>
                        <a:t> un enlace de recuperación válido durante 24 horas.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800" dirty="0"/>
                        <a:t>Dado que soy un usuario registrado que recibió el enlace cuando me dirijo a la dirección del enlace entonces  el sistema me permite definir una nueva contraseña si cumplo las reglas de seguridad para que sea válida.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800" dirty="0"/>
                        <a:t>Dado que como usuario registrado di una contraseña válida entonces el sistema me muestra un mensaje de confirmación al finalizar el proceso.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77780"/>
                  </a:ext>
                </a:extLst>
              </a:tr>
              <a:tr h="6127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000" b="1" dirty="0">
                          <a:solidFill>
                            <a:schemeClr val="bg1"/>
                          </a:solidFill>
                        </a:rPr>
                        <a:t>Notas adicionales:</a:t>
                      </a:r>
                      <a:endParaRPr lang="es-MX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 dirty="0"/>
                        <a:t>Esta historia depende de la existencia del módulo de envío de correos electrónicos configurado en el servidor.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7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367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C8145-3230-F6C2-0752-3A9EB860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Puntos de historia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D36FE-861F-AC18-7167-94744B2224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65812" y="1581150"/>
            <a:ext cx="10183267" cy="5184775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dirty="0"/>
              <a:t>Los </a:t>
            </a:r>
            <a:r>
              <a:rPr lang="es-MX" b="1" dirty="0"/>
              <a:t>Puntos de Historia (</a:t>
            </a:r>
            <a:r>
              <a:rPr lang="es-MX" b="1" i="1" dirty="0" err="1"/>
              <a:t>Story</a:t>
            </a:r>
            <a:r>
              <a:rPr lang="es-MX" b="1" i="1" dirty="0"/>
              <a:t> </a:t>
            </a:r>
            <a:r>
              <a:rPr lang="es-MX" b="1" i="1" dirty="0" err="1"/>
              <a:t>Points</a:t>
            </a:r>
            <a:r>
              <a:rPr lang="es-MX" b="1" dirty="0"/>
              <a:t>)</a:t>
            </a:r>
            <a:r>
              <a:rPr lang="es-MX" dirty="0"/>
              <a:t> son una métrica de estimación relativa utilizada en el desarrollo ágil (como Scrum) que mide la </a:t>
            </a:r>
            <a:r>
              <a:rPr lang="es-MX" b="1" dirty="0"/>
              <a:t>complejidad, el esfuerzo y la incertidumbre</a:t>
            </a:r>
            <a:r>
              <a:rPr lang="es-MX" dirty="0"/>
              <a:t> de implementar una Historia de Usuario.</a:t>
            </a:r>
          </a:p>
          <a:p>
            <a:pPr algn="just"/>
            <a:r>
              <a:rPr lang="es-MX" dirty="0"/>
              <a:t>No son equivalentes a una unidad de tiempo (como horas o días), sino a una unidad de </a:t>
            </a:r>
            <a:r>
              <a:rPr lang="es-MX" b="1" dirty="0"/>
              <a:t>tamaño relativo</a:t>
            </a:r>
            <a:r>
              <a:rPr lang="es-MX" dirty="0"/>
              <a:t> que se basa en las siguientes equivalencias:</a:t>
            </a:r>
          </a:p>
          <a:p>
            <a:pPr lvl="1" algn="just"/>
            <a:r>
              <a:rPr lang="es-MX" b="1" dirty="0"/>
              <a:t>Complejidad</a:t>
            </a:r>
            <a:r>
              <a:rPr lang="es-MX" dirty="0"/>
              <a:t>. ¿Qué tan difícil es la lógica de la funcionalidad? (Ej. Algoritmos complejos vs. una simple vista de datos).</a:t>
            </a:r>
          </a:p>
          <a:p>
            <a:pPr lvl="1" algn="just"/>
            <a:r>
              <a:rPr lang="es-MX" b="1" dirty="0"/>
              <a:t>Esfuerzo</a:t>
            </a:r>
            <a:r>
              <a:rPr lang="es-MX" dirty="0"/>
              <a:t>. La cantidad total de trabajo requerido (incluyendo codificación, pruebas, despliegue, etc.).</a:t>
            </a:r>
          </a:p>
          <a:p>
            <a:pPr lvl="1" algn="just"/>
            <a:r>
              <a:rPr lang="es-MX" b="1" dirty="0"/>
              <a:t>Incertidumbre (Riesgo)</a:t>
            </a:r>
            <a:r>
              <a:rPr lang="es-MX" dirty="0"/>
              <a:t>. ¿Cuánto desconocemos sobre el requisito o la tecnología a usar? Cuanto mayor es el riesgo o lo desconocido, mayor es la puntuación.</a:t>
            </a:r>
          </a:p>
          <a:p>
            <a:pPr algn="just"/>
            <a:r>
              <a:rPr lang="es-MX" dirty="0"/>
              <a:t>Los Puntos de Historia son una medida de </a:t>
            </a:r>
            <a:r>
              <a:rPr lang="es-MX" b="1" dirty="0"/>
              <a:t>tamaño relativo</a:t>
            </a:r>
            <a:r>
              <a:rPr lang="es-MX" dirty="0"/>
              <a:t> basada en la complejidad percibida, que se transforma en una herramienta de </a:t>
            </a:r>
            <a:r>
              <a:rPr lang="es-MX" b="1" dirty="0"/>
              <a:t>predicción temporal</a:t>
            </a:r>
            <a:r>
              <a:rPr lang="es-MX" dirty="0"/>
              <a:t> cuando se combina con la métrica de </a:t>
            </a:r>
            <a:r>
              <a:rPr lang="es-MX" b="1" dirty="0"/>
              <a:t>velocidad</a:t>
            </a:r>
            <a:r>
              <a:rPr lang="es-MX" dirty="0"/>
              <a:t> histórica del equipo.</a:t>
            </a:r>
          </a:p>
          <a:p>
            <a:pPr algn="just"/>
            <a:r>
              <a:rPr lang="es-MX" dirty="0"/>
              <a:t>No existe una equivalencia </a:t>
            </a:r>
            <a:r>
              <a:rPr lang="es-MX" b="1" dirty="0"/>
              <a:t>fija o universal</a:t>
            </a:r>
            <a:r>
              <a:rPr lang="es-MX" dirty="0"/>
              <a:t> entre puntos de historia y tiempo.</a:t>
            </a:r>
            <a:br>
              <a:rPr lang="es-MX" dirty="0"/>
            </a:br>
            <a:r>
              <a:rPr lang="es-MX" dirty="0"/>
              <a:t>Cada equipo de desarrollo establece su propia </a:t>
            </a:r>
            <a:r>
              <a:rPr lang="es-MX" b="1" dirty="0"/>
              <a:t>referencia base</a:t>
            </a:r>
            <a:r>
              <a:rPr lang="es-MX" dirty="0"/>
              <a:t> según su experiencia y velocidad de trabajo.</a:t>
            </a:r>
          </a:p>
          <a:p>
            <a:pPr algn="just"/>
            <a:r>
              <a:rPr lang="es-MX" dirty="0"/>
              <a:t>Sin embargo, </a:t>
            </a:r>
            <a:r>
              <a:rPr lang="es-MX" b="1" dirty="0"/>
              <a:t>los puntos de historia se pueden correlacionar indirectamente con el tiempo</a:t>
            </a:r>
            <a:r>
              <a:rPr lang="es-MX" dirty="0"/>
              <a:t> una vez que el equipo haya completado varios </a:t>
            </a:r>
            <a:r>
              <a:rPr lang="es-MX" dirty="0" err="1"/>
              <a:t>Sprints</a:t>
            </a:r>
            <a:r>
              <a:rPr lang="es-MX" dirty="0"/>
              <a:t>, mediante una métrica llamada </a:t>
            </a:r>
            <a:r>
              <a:rPr lang="es-MX" b="1" dirty="0"/>
              <a:t>velocidad (</a:t>
            </a:r>
            <a:r>
              <a:rPr lang="es-MX" b="1" dirty="0" err="1"/>
              <a:t>velocity</a:t>
            </a:r>
            <a:r>
              <a:rPr lang="es-MX" b="1" dirty="0"/>
              <a:t>)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6423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91354-964C-1760-7000-4A3BF229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Equivalencia práctica de los puntos de historia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709E226-9600-F347-56D1-42E3532001B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733368471"/>
              </p:ext>
            </p:extLst>
          </p:nvPr>
        </p:nvGraphicFramePr>
        <p:xfrm>
          <a:off x="1873067" y="1701705"/>
          <a:ext cx="9338315" cy="4598008"/>
        </p:xfrm>
        <a:graphic>
          <a:graphicData uri="http://schemas.openxmlformats.org/drawingml/2006/table">
            <a:tbl>
              <a:tblPr/>
              <a:tblGrid>
                <a:gridCol w="2334579">
                  <a:extLst>
                    <a:ext uri="{9D8B030D-6E8A-4147-A177-3AD203B41FA5}">
                      <a16:colId xmlns:a16="http://schemas.microsoft.com/office/drawing/2014/main" val="3183299949"/>
                    </a:ext>
                  </a:extLst>
                </a:gridCol>
                <a:gridCol w="1976138">
                  <a:extLst>
                    <a:ext uri="{9D8B030D-6E8A-4147-A177-3AD203B41FA5}">
                      <a16:colId xmlns:a16="http://schemas.microsoft.com/office/drawing/2014/main" val="731281790"/>
                    </a:ext>
                  </a:extLst>
                </a:gridCol>
                <a:gridCol w="2693019">
                  <a:extLst>
                    <a:ext uri="{9D8B030D-6E8A-4147-A177-3AD203B41FA5}">
                      <a16:colId xmlns:a16="http://schemas.microsoft.com/office/drawing/2014/main" val="1938988883"/>
                    </a:ext>
                  </a:extLst>
                </a:gridCol>
                <a:gridCol w="2334579">
                  <a:extLst>
                    <a:ext uri="{9D8B030D-6E8A-4147-A177-3AD203B41FA5}">
                      <a16:colId xmlns:a16="http://schemas.microsoft.com/office/drawing/2014/main" val="3807476700"/>
                    </a:ext>
                  </a:extLst>
                </a:gridCol>
              </a:tblGrid>
              <a:tr h="6095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Puntos de historia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Complejidad relativa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Ejemplo práctico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Posible rango de tiempo (solo referencia)</a:t>
                      </a:r>
                      <a:endParaRPr lang="es-MX" sz="1800" dirty="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076495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1 punto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Muy simple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Cambio menor en la interfaz o texto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1–2 horas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650024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2–3 puntos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Simple / bajo riesgo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Agregar un campo o validación sencilla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0.5 día – 1 día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568653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5 puntos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Mediana complejidad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Crear un formulario o módulo pequeño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1–2 días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70128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8 puntos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Complejidad alta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Integrar API externa o lógica de negocio compleja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/>
                        <a:t>2–4 días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239800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13–20 puntos</a:t>
                      </a:r>
                      <a:endParaRPr lang="es-MX" sz="18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Muy alta complejidad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Módulo nuevo, requiere diseño, pruebas y documentación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dirty="0"/>
                        <a:t>1 semana o más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06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041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1446F-EC68-6887-728E-80C1228A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Asignación de puntos de historia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09B27-0FBC-F6EB-755F-34D6D645F4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88" y="2136735"/>
            <a:ext cx="10013692" cy="3685331"/>
          </a:xfrm>
        </p:spPr>
        <p:txBody>
          <a:bodyPr/>
          <a:lstStyle/>
          <a:p>
            <a:r>
              <a:rPr lang="es-MX" dirty="0"/>
              <a:t>La técnica más común es el </a:t>
            </a:r>
            <a:r>
              <a:rPr lang="es-MX" b="1" dirty="0" err="1"/>
              <a:t>Planning</a:t>
            </a:r>
            <a:r>
              <a:rPr lang="es-MX" b="1" dirty="0"/>
              <a:t> </a:t>
            </a:r>
            <a:r>
              <a:rPr lang="es-MX" b="1" dirty="0" err="1"/>
              <a:t>Poker</a:t>
            </a:r>
            <a:r>
              <a:rPr lang="es-MX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MX" dirty="0"/>
              <a:t>Cada miembro del equipo estima la historia de usuario de manera individual (usando una escala como la serie de Fibonacci: 1, 2, 3, 5, 8, 13, 21…).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MX" dirty="0"/>
              <a:t>Se comparan las estimaciones y se discuten las diferencias.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MX" dirty="0"/>
              <a:t>Se llega a un consenso del valor final.</a:t>
            </a:r>
          </a:p>
          <a:p>
            <a:r>
              <a:rPr lang="es-MX" dirty="0"/>
              <a:t>Esta técnica </a:t>
            </a:r>
            <a:r>
              <a:rPr lang="es-MX" b="1" dirty="0"/>
              <a:t>fomenta la colaboración y la discusión técnica</a:t>
            </a:r>
            <a:r>
              <a:rPr lang="es-MX" dirty="0"/>
              <a:t>, permitiendo que todos comprendan el alcance de la tarea antes de comprometerse con ella.</a:t>
            </a:r>
          </a:p>
        </p:txBody>
      </p:sp>
    </p:spTree>
    <p:extLst>
      <p:ext uri="{BB962C8B-B14F-4D97-AF65-F5344CB8AC3E}">
        <p14:creationId xmlns:p14="http://schemas.microsoft.com/office/powerpoint/2010/main" val="3305530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743C1-9BFB-83FC-BB9A-9FC55830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de los puntos de historia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C5303-A64F-6433-2D8B-8D8194D4A3B1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769368" y="2361206"/>
            <a:ext cx="954571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Planificar los Sprints: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ayudan a calcular cuánto trabajo puede realizar el equipo en una iteración.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Medir la velocidad: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 final de varios Sprints, el equipo puede calcular su </a:t>
            </a:r>
            <a:r>
              <a:rPr kumimoji="0" lang="es-MX" altLang="es-MX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velocidad promedio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(por ejemplo, “nuestro equipo completa 40 puntos por Sprint”).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Mejorar la predicción: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el tiempo, los puntos permiten estimar fechas de entrega con mayor precisión.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Comparar historias: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sirven como una escala común para todos los requisitos, sin caer en discusiones de horas exactas.</a:t>
            </a:r>
          </a:p>
        </p:txBody>
      </p:sp>
    </p:spTree>
    <p:extLst>
      <p:ext uri="{BB962C8B-B14F-4D97-AF65-F5344CB8AC3E}">
        <p14:creationId xmlns:p14="http://schemas.microsoft.com/office/powerpoint/2010/main" val="1437531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71CAE-F349-7D8F-43C4-16D154BC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aplicación de puntos de historia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0A678-4B88-7C5E-E199-DF26520793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s-MX" dirty="0"/>
              <a:t>Supongamos que en un Sprint anterior el equipo completó </a:t>
            </a:r>
            <a:r>
              <a:rPr lang="es-MX" b="1" dirty="0"/>
              <a:t>30 puntos de historia</a:t>
            </a:r>
            <a:r>
              <a:rPr lang="es-MX" dirty="0"/>
              <a:t> en 2 semanas.</a:t>
            </a:r>
          </a:p>
          <a:p>
            <a:pPr marL="0" indent="0">
              <a:buNone/>
            </a:pPr>
            <a:r>
              <a:rPr lang="es-MX" dirty="0"/>
              <a:t>En el siguiente Sprint (también de 2 semanas), 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selecciona historias por un total de </a:t>
            </a:r>
            <a:r>
              <a:rPr lang="es-MX" b="1" dirty="0"/>
              <a:t>30 puntos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Esto significa que el equipo </a:t>
            </a:r>
            <a:r>
              <a:rPr lang="es-MX" b="1" dirty="0"/>
              <a:t>espera poder entregar una cantidad de trabajo equivalente</a:t>
            </a:r>
            <a:r>
              <a:rPr lang="es-MX" dirty="0"/>
              <a:t>, </a:t>
            </a:r>
            <a:r>
              <a:rPr lang="es-MX" b="1" dirty="0"/>
              <a:t>no que trabajará el mismo número de horas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6573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C3A7A-E379-3EBE-DE67-453564BC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Priorización de las historias de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48463E-515F-7C35-4A3F-925A70777B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>
            <a:normAutofit fontScale="92500" lnSpcReduction="10000"/>
          </a:bodyPr>
          <a:lstStyle/>
          <a:p>
            <a:r>
              <a:rPr lang="es-MX" b="1" dirty="0"/>
              <a:t>Priorizar</a:t>
            </a:r>
            <a:r>
              <a:rPr lang="es-MX" dirty="0"/>
              <a:t> en Scrum significa </a:t>
            </a:r>
            <a:r>
              <a:rPr lang="es-MX" b="1" dirty="0"/>
              <a:t>ordenar las historias de usuario del </a:t>
            </a:r>
            <a:r>
              <a:rPr lang="es-MX" b="1" dirty="0" err="1"/>
              <a:t>Product</a:t>
            </a:r>
            <a:r>
              <a:rPr lang="es-MX" b="1" dirty="0"/>
              <a:t> Backlog</a:t>
            </a:r>
            <a:r>
              <a:rPr lang="es-MX" dirty="0"/>
              <a:t> según su </a:t>
            </a:r>
            <a:r>
              <a:rPr lang="es-MX" b="1" dirty="0"/>
              <a:t>valor, urgencia, dependencia y viabilidad</a:t>
            </a:r>
            <a:r>
              <a:rPr lang="es-MX" dirty="0"/>
              <a:t>, para decidir </a:t>
            </a:r>
            <a:r>
              <a:rPr lang="es-MX" b="1" dirty="0"/>
              <a:t>cuáles se desarrollarán en el siguiente Sprint</a:t>
            </a:r>
            <a:r>
              <a:rPr lang="es-MX" dirty="0"/>
              <a:t>.</a:t>
            </a:r>
          </a:p>
          <a:p>
            <a:r>
              <a:rPr lang="es-MX" dirty="0"/>
              <a:t>La priorización </a:t>
            </a:r>
            <a:r>
              <a:rPr lang="es-MX" b="1" dirty="0"/>
              <a:t>no la hace el equipo de desarrollo</a:t>
            </a:r>
            <a:r>
              <a:rPr lang="es-MX" dirty="0"/>
              <a:t>, sino el </a:t>
            </a:r>
            <a:r>
              <a:rPr lang="es-MX" b="1" dirty="0" err="1"/>
              <a:t>Product</a:t>
            </a:r>
            <a:r>
              <a:rPr lang="es-MX" b="1" dirty="0"/>
              <a:t> </a:t>
            </a:r>
            <a:r>
              <a:rPr lang="es-MX" b="1" dirty="0" err="1"/>
              <a:t>Owner</a:t>
            </a:r>
            <a:r>
              <a:rPr lang="es-MX" dirty="0"/>
              <a:t>, aunque lo hace </a:t>
            </a:r>
            <a:r>
              <a:rPr lang="es-MX" b="1" dirty="0"/>
              <a:t>en colaboración</a:t>
            </a:r>
            <a:r>
              <a:rPr lang="es-MX" dirty="0"/>
              <a:t> con el Scrum Master y el equipo técnico.</a:t>
            </a:r>
          </a:p>
          <a:p>
            <a:pPr lvl="1"/>
            <a:r>
              <a:rPr lang="es-MX" i="1" dirty="0"/>
              <a:t>“El </a:t>
            </a:r>
            <a:r>
              <a:rPr lang="es-MX" i="1" dirty="0" err="1"/>
              <a:t>Product</a:t>
            </a:r>
            <a:r>
              <a:rPr lang="es-MX" i="1" dirty="0"/>
              <a:t> </a:t>
            </a:r>
            <a:r>
              <a:rPr lang="es-MX" i="1" dirty="0" err="1"/>
              <a:t>Owner</a:t>
            </a:r>
            <a:r>
              <a:rPr lang="es-MX" i="1" dirty="0"/>
              <a:t> es responsable de maximizar el valor del producto y del trabajo del equipo de desarrollo.”</a:t>
            </a:r>
            <a:br>
              <a:rPr lang="es-MX" dirty="0"/>
            </a:br>
            <a:r>
              <a:rPr lang="es-MX" dirty="0"/>
              <a:t>— (</a:t>
            </a:r>
            <a:r>
              <a:rPr lang="es-MX" dirty="0" err="1"/>
              <a:t>Schwaber</a:t>
            </a:r>
            <a:r>
              <a:rPr lang="es-MX" dirty="0"/>
              <a:t> &amp; Sutherland, </a:t>
            </a:r>
            <a:r>
              <a:rPr lang="es-MX" i="1" dirty="0" err="1"/>
              <a:t>The</a:t>
            </a:r>
            <a:r>
              <a:rPr lang="es-MX" i="1" dirty="0"/>
              <a:t> Scrum Guide</a:t>
            </a:r>
            <a:r>
              <a:rPr lang="es-MX" dirty="0"/>
              <a:t>, 2020)</a:t>
            </a:r>
          </a:p>
          <a:p>
            <a:r>
              <a:rPr lang="es-MX" dirty="0"/>
              <a:t>Las historias se priorizan </a:t>
            </a:r>
            <a:r>
              <a:rPr lang="es-MX" b="1" dirty="0"/>
              <a:t>antes o durante la Planificación del Sprint</a:t>
            </a:r>
            <a:r>
              <a:rPr lang="es-MX" dirty="0"/>
              <a:t>, basándose en la información actualizada del </a:t>
            </a:r>
            <a:r>
              <a:rPr lang="es-MX" b="1" dirty="0" err="1"/>
              <a:t>Product</a:t>
            </a:r>
            <a:r>
              <a:rPr lang="es-MX" b="1" dirty="0"/>
              <a:t> Backlog</a:t>
            </a:r>
            <a:r>
              <a:rPr lang="es-MX" dirty="0"/>
              <a:t>.</a:t>
            </a:r>
          </a:p>
          <a:p>
            <a:r>
              <a:rPr lang="es-MX" dirty="0"/>
              <a:t>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debe tener siempre el backlog </a:t>
            </a:r>
            <a:r>
              <a:rPr lang="es-MX" b="1" dirty="0"/>
              <a:t>ordenado por prioridad</a:t>
            </a:r>
            <a:r>
              <a:rPr lang="es-MX" dirty="0"/>
              <a:t>, de modo que las historias más importantes estén </a:t>
            </a:r>
            <a:r>
              <a:rPr lang="es-MX" b="1" dirty="0"/>
              <a:t>en la parte superior</a:t>
            </a:r>
            <a:r>
              <a:rPr lang="es-MX" dirty="0"/>
              <a:t> y listas para ser tomadas en el próximo Sprint.</a:t>
            </a:r>
          </a:p>
        </p:txBody>
      </p:sp>
    </p:spTree>
    <p:extLst>
      <p:ext uri="{BB962C8B-B14F-4D97-AF65-F5344CB8AC3E}">
        <p14:creationId xmlns:p14="http://schemas.microsoft.com/office/powerpoint/2010/main" val="1412481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DDF89-DA25-F1BC-7D60-59163A92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Criterios para la priorización de historias de usuario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CB5D9E4-0E4D-2057-DFAF-20270764DE3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91955162"/>
              </p:ext>
            </p:extLst>
          </p:nvPr>
        </p:nvGraphicFramePr>
        <p:xfrm>
          <a:off x="1339404" y="1466294"/>
          <a:ext cx="10405641" cy="5368556"/>
        </p:xfrm>
        <a:graphic>
          <a:graphicData uri="http://schemas.openxmlformats.org/drawingml/2006/table">
            <a:tbl>
              <a:tblPr/>
              <a:tblGrid>
                <a:gridCol w="2067373">
                  <a:extLst>
                    <a:ext uri="{9D8B030D-6E8A-4147-A177-3AD203B41FA5}">
                      <a16:colId xmlns:a16="http://schemas.microsoft.com/office/drawing/2014/main" val="868850453"/>
                    </a:ext>
                  </a:extLst>
                </a:gridCol>
                <a:gridCol w="4169134">
                  <a:extLst>
                    <a:ext uri="{9D8B030D-6E8A-4147-A177-3AD203B41FA5}">
                      <a16:colId xmlns:a16="http://schemas.microsoft.com/office/drawing/2014/main" val="110369825"/>
                    </a:ext>
                  </a:extLst>
                </a:gridCol>
                <a:gridCol w="4169134">
                  <a:extLst>
                    <a:ext uri="{9D8B030D-6E8A-4147-A177-3AD203B41FA5}">
                      <a16:colId xmlns:a16="http://schemas.microsoft.com/office/drawing/2014/main" val="3086956710"/>
                    </a:ext>
                  </a:extLst>
                </a:gridCol>
              </a:tblGrid>
              <a:tr h="3508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Criterio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Descripción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Ejemplo</a:t>
                      </a:r>
                      <a:endParaRPr lang="es-MX" sz="1800" dirty="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678930"/>
                  </a:ext>
                </a:extLst>
              </a:tr>
              <a:tr h="75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Valor de negocio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Qué tanto aporta la historia al cliente o a los objetivos de la organización.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Una función de pago en línea tiene mayor valor que un cambio estético.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970215"/>
                  </a:ext>
                </a:extLst>
              </a:tr>
              <a:tr h="624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Urgencia o criticidad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Qué tan pronto se necesita la funcionalidad.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Una historia que resuelve un problema de seguridad es urgente.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7275"/>
                  </a:ext>
                </a:extLst>
              </a:tr>
              <a:tr h="986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Riesgo y complejidad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Historias de alto riesgo pueden priorizarse para detectarlo temprano, o posponerse si requieren más información.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Integrar un servicio externo poco documentado puede tener riesgo alto.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329302"/>
                  </a:ext>
                </a:extLst>
              </a:tr>
              <a:tr h="75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Dependencias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Algunas historias no pueden desarrollarse hasta que otras estén completadas.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No se puede agregar un carrito de compras antes del catálogo de productos.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0706"/>
                  </a:ext>
                </a:extLst>
              </a:tr>
              <a:tr h="986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Esfuerzo estimado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Si dos historias tienen igual valor, puede elegirse la de menor esfuerzo para lograr avances más rápidos.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Entre dos historias con igual valor, se elige la de 5 puntos en lugar de la de 13.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20301"/>
                  </a:ext>
                </a:extLst>
              </a:tr>
              <a:tr h="898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Retroalimentación del usuario o cliente</a:t>
                      </a:r>
                      <a:endParaRPr lang="es-MX" sz="1800"/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Las opiniones y solicitudes del cliente influyen en la prioridad.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Si los usuarios piden urgentemente una mejora de búsqueda, se prioriza esa historia.</a:t>
                      </a:r>
                    </a:p>
                  </a:txBody>
                  <a:tcPr marL="77385" marR="77385" marT="38692" marB="3869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392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920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4BF54-06E7-FE90-01B9-2A1F9755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Técnicas de priorización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86B15BF-8BE2-0900-19F8-6E531B0E32C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38842883"/>
              </p:ext>
            </p:extLst>
          </p:nvPr>
        </p:nvGraphicFramePr>
        <p:xfrm>
          <a:off x="1304681" y="1509771"/>
          <a:ext cx="10475088" cy="5233672"/>
        </p:xfrm>
        <a:graphic>
          <a:graphicData uri="http://schemas.openxmlformats.org/drawingml/2006/table">
            <a:tbl>
              <a:tblPr/>
              <a:tblGrid>
                <a:gridCol w="2421604">
                  <a:extLst>
                    <a:ext uri="{9D8B030D-6E8A-4147-A177-3AD203B41FA5}">
                      <a16:colId xmlns:a16="http://schemas.microsoft.com/office/drawing/2014/main" val="1859274854"/>
                    </a:ext>
                  </a:extLst>
                </a:gridCol>
                <a:gridCol w="4977877">
                  <a:extLst>
                    <a:ext uri="{9D8B030D-6E8A-4147-A177-3AD203B41FA5}">
                      <a16:colId xmlns:a16="http://schemas.microsoft.com/office/drawing/2014/main" val="3132052054"/>
                    </a:ext>
                  </a:extLst>
                </a:gridCol>
                <a:gridCol w="3075607">
                  <a:extLst>
                    <a:ext uri="{9D8B030D-6E8A-4147-A177-3AD203B41FA5}">
                      <a16:colId xmlns:a16="http://schemas.microsoft.com/office/drawing/2014/main" val="2531138241"/>
                    </a:ext>
                  </a:extLst>
                </a:gridCol>
              </a:tblGrid>
              <a:tr h="3005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Técnica</a:t>
                      </a:r>
                      <a:endParaRPr lang="es-MX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/>
                        <a:t>Cómo funciona</a:t>
                      </a:r>
                      <a:endParaRPr lang="es-MX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800" b="1" dirty="0"/>
                        <a:t>Ventaja principal</a:t>
                      </a:r>
                      <a:endParaRPr lang="es-MX" sz="1800" dirty="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406531"/>
                  </a:ext>
                </a:extLst>
              </a:tr>
              <a:tr h="97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MoSCoW</a:t>
                      </a:r>
                      <a:endParaRPr lang="es-MX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Clasifica las historias en: </a:t>
                      </a:r>
                      <a:r>
                        <a:rPr lang="es-MX" sz="1800" b="1"/>
                        <a:t>M</a:t>
                      </a:r>
                      <a:r>
                        <a:rPr lang="es-MX" sz="1800"/>
                        <a:t>ust have (debe tener), </a:t>
                      </a:r>
                      <a:r>
                        <a:rPr lang="es-MX" sz="1800" b="1"/>
                        <a:t>S</a:t>
                      </a:r>
                      <a:r>
                        <a:rPr lang="es-MX" sz="1800"/>
                        <a:t>hould have (debería tener), </a:t>
                      </a:r>
                      <a:r>
                        <a:rPr lang="es-MX" sz="1800" b="1"/>
                        <a:t>C</a:t>
                      </a:r>
                      <a:r>
                        <a:rPr lang="es-MX" sz="1800"/>
                        <a:t>ould have (podría tener), </a:t>
                      </a:r>
                      <a:r>
                        <a:rPr lang="es-MX" sz="1800" b="1"/>
                        <a:t>W</a:t>
                      </a:r>
                      <a:r>
                        <a:rPr lang="es-MX" sz="1800"/>
                        <a:t>on’t have (no tendrá por ahora).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Facilita la comunicación con los interesados.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318328"/>
                  </a:ext>
                </a:extLst>
              </a:tr>
              <a:tr h="1202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Valor / Esfuerzo (ROI)</a:t>
                      </a:r>
                      <a:endParaRPr lang="es-MX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Se calcula una relación entre el valor de negocio y el esfuerzo estimado. Se priorizan las que ofrecen </a:t>
                      </a:r>
                      <a:r>
                        <a:rPr lang="es-MX" sz="1800" b="1"/>
                        <a:t>mayor valor con menor esfuerzo</a:t>
                      </a:r>
                      <a:r>
                        <a:rPr lang="es-MX" sz="1800"/>
                        <a:t>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Permite decisiones objetivas y cuantificables.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92106"/>
                  </a:ext>
                </a:extLst>
              </a:tr>
              <a:tr h="97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Kano</a:t>
                      </a:r>
                      <a:endParaRPr lang="es-MX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Clasifica las historias según el impacto en la satisfacción del cliente: básicas, de rendimiento o encantadoras.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Ayuda a priorizar por experiencia del usuario.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598033"/>
                  </a:ext>
                </a:extLst>
              </a:tr>
              <a:tr h="751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100 Puntos</a:t>
                      </a:r>
                      <a:endParaRPr lang="es-MX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Cada stakeholder reparte 100 puntos entre las historias más valiosas.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Fomenta participación de los interesados.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605370"/>
                  </a:ext>
                </a:extLst>
              </a:tr>
              <a:tr h="97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WSJF (Weighted Shortest Job First)</a:t>
                      </a:r>
                      <a:endParaRPr lang="en-US" sz="1800"/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Fórmula: Valor del negocio / Tamaño del trabajo. Se desarrolla primero lo que da más valor en menos tiempo.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Común en entornos </a:t>
                      </a:r>
                      <a:r>
                        <a:rPr lang="es-MX" sz="1800" dirty="0" err="1"/>
                        <a:t>SAFe</a:t>
                      </a:r>
                      <a:r>
                        <a:rPr lang="es-MX" sz="1800" dirty="0"/>
                        <a:t> o proyectos grandes.</a:t>
                      </a:r>
                    </a:p>
                  </a:txBody>
                  <a:tcPr marL="75142" marR="75142" marT="37571" marB="3757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91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631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6C3BD-57E0-6A42-1174-F79A7D25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Proceso de selección para un Sprint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C800AD-8EC1-5F23-17F1-42E581C049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r>
              <a:rPr lang="es-MX" dirty="0"/>
              <a:t>Durante la </a:t>
            </a:r>
            <a:r>
              <a:rPr lang="es-MX" b="1" dirty="0"/>
              <a:t>Planificación del Sprint</a:t>
            </a:r>
            <a:r>
              <a:rPr lang="es-MX" dirty="0"/>
              <a:t>, el proceso ocurre así:</a:t>
            </a:r>
          </a:p>
          <a:p>
            <a:pPr lvl="1"/>
            <a:r>
              <a:rPr lang="es-MX" b="1" dirty="0"/>
              <a:t>El </a:t>
            </a:r>
            <a:r>
              <a:rPr lang="es-MX" b="1" dirty="0" err="1"/>
              <a:t>Product</a:t>
            </a:r>
            <a:r>
              <a:rPr lang="es-MX" b="1" dirty="0"/>
              <a:t> </a:t>
            </a:r>
            <a:r>
              <a:rPr lang="es-MX" b="1" dirty="0" err="1"/>
              <a:t>Owner</a:t>
            </a:r>
            <a:r>
              <a:rPr lang="es-MX" b="1" dirty="0"/>
              <a:t> presenta</a:t>
            </a:r>
            <a:r>
              <a:rPr lang="es-MX" dirty="0"/>
              <a:t> las historias de usuario más prioritarias del </a:t>
            </a:r>
            <a:r>
              <a:rPr lang="es-MX" i="1" dirty="0" err="1"/>
              <a:t>Product</a:t>
            </a:r>
            <a:r>
              <a:rPr lang="es-MX" i="1" dirty="0"/>
              <a:t> Backlog</a:t>
            </a:r>
            <a:r>
              <a:rPr lang="es-MX" dirty="0"/>
              <a:t>.</a:t>
            </a:r>
          </a:p>
          <a:p>
            <a:pPr lvl="1"/>
            <a:r>
              <a:rPr lang="es-MX" b="1" dirty="0"/>
              <a:t>El equipo de desarrollo analiza</a:t>
            </a:r>
            <a:r>
              <a:rPr lang="es-MX" dirty="0"/>
              <a:t> las historias, formula preguntas y estima su esfuerzo.</a:t>
            </a:r>
          </a:p>
          <a:p>
            <a:pPr lvl="1"/>
            <a:r>
              <a:rPr lang="es-MX" b="1" dirty="0"/>
              <a:t>El equipo negocia</a:t>
            </a:r>
            <a:r>
              <a:rPr lang="es-MX" dirty="0"/>
              <a:t> con 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cuáles puede completar en el Sprint, </a:t>
            </a:r>
            <a:r>
              <a:rPr lang="es-MX" b="1" dirty="0"/>
              <a:t>basándose en su capacidad (velocidad)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Las historias elegidas se registran en el </a:t>
            </a:r>
            <a:r>
              <a:rPr lang="es-MX" b="1" dirty="0"/>
              <a:t>Sprint Backlog</a:t>
            </a:r>
            <a:r>
              <a:rPr lang="es-MX" dirty="0"/>
              <a:t>, junto con las tareas que las componen.</a:t>
            </a:r>
          </a:p>
          <a:p>
            <a:pPr lvl="1"/>
            <a:r>
              <a:rPr lang="es-MX" dirty="0"/>
              <a:t>El equipo se </a:t>
            </a:r>
            <a:r>
              <a:rPr lang="es-MX" b="1" dirty="0"/>
              <a:t>compromete</a:t>
            </a:r>
            <a:r>
              <a:rPr lang="es-MX" dirty="0"/>
              <a:t> a entregar ese conjunto de historias como el </a:t>
            </a:r>
            <a:r>
              <a:rPr lang="es-MX" b="1" dirty="0"/>
              <a:t>incremento del producto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05014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C757B-462D-C7FE-78D1-8CCD6E05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priorización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C7FFDFE-08AB-F971-4B74-0F99648E48B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812540032"/>
              </p:ext>
            </p:extLst>
          </p:nvPr>
        </p:nvGraphicFramePr>
        <p:xfrm>
          <a:off x="1428743" y="1591240"/>
          <a:ext cx="10260587" cy="3744403"/>
        </p:xfrm>
        <a:graphic>
          <a:graphicData uri="http://schemas.openxmlformats.org/drawingml/2006/table">
            <a:tbl>
              <a:tblPr/>
              <a:tblGrid>
                <a:gridCol w="3408375">
                  <a:extLst>
                    <a:ext uri="{9D8B030D-6E8A-4147-A177-3AD203B41FA5}">
                      <a16:colId xmlns:a16="http://schemas.microsoft.com/office/drawing/2014/main" val="2005704184"/>
                    </a:ext>
                  </a:extLst>
                </a:gridCol>
                <a:gridCol w="2295279">
                  <a:extLst>
                    <a:ext uri="{9D8B030D-6E8A-4147-A177-3AD203B41FA5}">
                      <a16:colId xmlns:a16="http://schemas.microsoft.com/office/drawing/2014/main" val="2929549791"/>
                    </a:ext>
                  </a:extLst>
                </a:gridCol>
                <a:gridCol w="2295279">
                  <a:extLst>
                    <a:ext uri="{9D8B030D-6E8A-4147-A177-3AD203B41FA5}">
                      <a16:colId xmlns:a16="http://schemas.microsoft.com/office/drawing/2014/main" val="890279992"/>
                    </a:ext>
                  </a:extLst>
                </a:gridCol>
                <a:gridCol w="2261654">
                  <a:extLst>
                    <a:ext uri="{9D8B030D-6E8A-4147-A177-3AD203B41FA5}">
                      <a16:colId xmlns:a16="http://schemas.microsoft.com/office/drawing/2014/main" val="3785920203"/>
                    </a:ext>
                  </a:extLst>
                </a:gridCol>
              </a:tblGrid>
              <a:tr h="348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/>
                        <a:t>Historia</a:t>
                      </a:r>
                      <a:endParaRPr lang="es-MX" sz="2000" dirty="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/>
                        <a:t>Valor de negocio (1–5)</a:t>
                      </a:r>
                      <a:endParaRPr lang="es-MX" sz="20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/>
                        <a:t>Esfuerzo (puntos de historia)</a:t>
                      </a:r>
                      <a:endParaRPr lang="es-MX" sz="2000" dirty="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b="1" dirty="0"/>
                        <a:t>Prioridad</a:t>
                      </a:r>
                      <a:endParaRPr lang="es-MX" sz="2000" dirty="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889544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/>
                        <a:t>HU-01: Registro de usuarios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5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3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Alta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653189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/>
                        <a:t>HU-02: Catálogo de productos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4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5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Alta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588289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/>
                        <a:t>HU-03: Carrito de compras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5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8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Media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892361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/>
                        <a:t>HU-04: Búsqueda avanzada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3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5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Media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635519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000"/>
                        <a:t>HU-05: Reseñas de productos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2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/>
                        <a:t>8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2000" dirty="0"/>
                        <a:t>Baja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04385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9C331CA-40EB-D755-A036-45C98C4D0BCC}"/>
              </a:ext>
            </a:extLst>
          </p:cNvPr>
          <p:cNvSpPr txBox="1"/>
          <p:nvPr/>
        </p:nvSpPr>
        <p:spPr>
          <a:xfrm>
            <a:off x="1411930" y="5553499"/>
            <a:ext cx="102942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Al calcular la relación </a:t>
            </a:r>
            <a:r>
              <a:rPr lang="es-MX" b="1" dirty="0"/>
              <a:t>valor/esfuerzo</a:t>
            </a:r>
            <a:r>
              <a:rPr lang="es-MX" dirty="0"/>
              <a:t>, las historias HU-01 y HU-02 tienen la mejor proporción, por lo que 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decide incluirlas en el </a:t>
            </a:r>
            <a:r>
              <a:rPr lang="es-MX" b="1" dirty="0"/>
              <a:t>próximo Sprint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El equipo acuerda que puede asumir </a:t>
            </a:r>
            <a:r>
              <a:rPr lang="es-MX" b="1" dirty="0"/>
              <a:t>8 puntos por Sprint</a:t>
            </a:r>
            <a:r>
              <a:rPr lang="es-MX" dirty="0"/>
              <a:t>, por lo que esas dos historias se seleccionan para el Sprint Backlog.</a:t>
            </a:r>
          </a:p>
        </p:txBody>
      </p:sp>
    </p:spTree>
    <p:extLst>
      <p:ext uri="{BB962C8B-B14F-4D97-AF65-F5344CB8AC3E}">
        <p14:creationId xmlns:p14="http://schemas.microsoft.com/office/powerpoint/2010/main" val="2270137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1C314-46DE-3978-4BA6-081C000E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Buenas prácticas al priorizar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8C6B00-3FC7-B0EF-8E01-5F55659D4E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88" y="2264057"/>
            <a:ext cx="10013692" cy="3720054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dirty="0"/>
              <a:t>Revisar el backlog constantemente (cada Sprint).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dirty="0"/>
              <a:t>Escuchar a los usuarios y </a:t>
            </a:r>
            <a:r>
              <a:rPr lang="es-MX" dirty="0" err="1"/>
              <a:t>stakeholders</a:t>
            </a:r>
            <a:r>
              <a:rPr lang="es-MX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dirty="0"/>
              <a:t>Evaluar el impacto de cada historia en los objetivos estratégicos.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dirty="0"/>
              <a:t>No priorizar solo por deseo del cliente, sino por valor comprobable.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MX" dirty="0"/>
              <a:t>Usar estimaciones realistas del equipo para equilibrar valor y capacidad.</a:t>
            </a:r>
          </a:p>
        </p:txBody>
      </p:sp>
    </p:spTree>
    <p:extLst>
      <p:ext uri="{BB962C8B-B14F-4D97-AF65-F5344CB8AC3E}">
        <p14:creationId xmlns:p14="http://schemas.microsoft.com/office/powerpoint/2010/main" val="2203930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579A-E8C0-E704-41D7-84F7690A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6E7BB97-6937-6DBE-F060-FEB484C7D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503" y="1709530"/>
            <a:ext cx="3754671" cy="2528515"/>
          </a:xfrm>
        </p:spPr>
        <p:txBody>
          <a:bodyPr anchor="b">
            <a:normAutofit/>
          </a:bodyPr>
          <a:lstStyle/>
          <a:p>
            <a:r>
              <a:rPr lang="es-MX" sz="3600" dirty="0">
                <a:solidFill>
                  <a:schemeClr val="tx2"/>
                </a:solidFill>
              </a:rPr>
              <a:t>Programación Extrema (XP)</a:t>
            </a:r>
          </a:p>
        </p:txBody>
      </p:sp>
      <p:pic>
        <p:nvPicPr>
          <p:cNvPr id="1026" name="Picture 2" descr="METODOLOGÍA EXTREME PROGRAMMING ( XP) | Flashcards">
            <a:extLst>
              <a:ext uri="{FF2B5EF4-FFF2-40B4-BE49-F238E27FC236}">
                <a16:creationId xmlns:a16="http://schemas.microsoft.com/office/drawing/2014/main" id="{006E2884-5682-16C6-57BD-D334C5443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268353"/>
            <a:ext cx="7519932" cy="467120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485016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C807640-BEE7-E1CB-5906-452C1D53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 de Extreme </a:t>
            </a:r>
            <a:r>
              <a:rPr lang="es-MX" dirty="0" err="1"/>
              <a:t>Programming</a:t>
            </a:r>
            <a:r>
              <a:rPr lang="es-MX" dirty="0"/>
              <a:t> (XP)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A08AAF-9FB4-92F6-9C9F-6F92534A7C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1" y="1569575"/>
            <a:ext cx="10013692" cy="5184775"/>
          </a:xfrm>
        </p:spPr>
        <p:txBody>
          <a:bodyPr anchor="ctr">
            <a:normAutofit fontScale="85000" lnSpcReduction="20000"/>
          </a:bodyPr>
          <a:lstStyle/>
          <a:p>
            <a:r>
              <a:rPr lang="es-MX" b="1" dirty="0"/>
              <a:t>Extreme </a:t>
            </a:r>
            <a:r>
              <a:rPr lang="es-MX" b="1" dirty="0" err="1"/>
              <a:t>Programming</a:t>
            </a:r>
            <a:r>
              <a:rPr lang="es-MX" b="1" dirty="0"/>
              <a:t> (XP)</a:t>
            </a:r>
            <a:r>
              <a:rPr lang="es-MX" dirty="0"/>
              <a:t> o </a:t>
            </a:r>
            <a:r>
              <a:rPr lang="es-MX" b="1" dirty="0"/>
              <a:t>Programación Extrema</a:t>
            </a:r>
            <a:r>
              <a:rPr lang="es-MX" dirty="0"/>
              <a:t> es una de las metodologías </a:t>
            </a:r>
            <a:r>
              <a:rPr lang="es-MX" b="1" dirty="0"/>
              <a:t>Ágiles</a:t>
            </a:r>
            <a:r>
              <a:rPr lang="es-MX" dirty="0"/>
              <a:t> más conocidas y prescriptivas (con un conjunto de reglas bien definidas) para el desarrollo de software.</a:t>
            </a:r>
          </a:p>
          <a:p>
            <a:r>
              <a:rPr lang="es-MX" dirty="0"/>
              <a:t>Fue creada por </a:t>
            </a:r>
            <a:r>
              <a:rPr lang="es-MX" b="1" dirty="0"/>
              <a:t>Kent Beck</a:t>
            </a:r>
            <a:r>
              <a:rPr lang="es-MX" dirty="0"/>
              <a:t> en la década de 1990 y se caracteriza por llevar las buenas prácticas de la ingeniería de software a sus niveles "extremos". Por ejemplo, si las pruebas son buenas, hagamos pruebas continuas y automáticas. Si el diseño simple es bueno, hagamos el diseño más simple que pueda funcionar en este momento.</a:t>
            </a:r>
          </a:p>
          <a:p>
            <a:r>
              <a:rPr lang="es-MX" dirty="0"/>
              <a:t>El objetivo principal de </a:t>
            </a:r>
            <a:r>
              <a:rPr lang="es-MX" b="1" dirty="0"/>
              <a:t>XP</a:t>
            </a:r>
            <a:r>
              <a:rPr lang="es-MX" dirty="0"/>
              <a:t> es permitir que los equipos de desarrollo sean flexibles y eficientes, respondiendo rápidamente a los requisitos cambiantes del cliente a lo largo de todo el ciclo de vida del proyecto, reduciendo así el costo de hacer cambios.</a:t>
            </a:r>
          </a:p>
          <a:p>
            <a:r>
              <a:rPr lang="es-MX" b="1" dirty="0"/>
              <a:t>XP</a:t>
            </a:r>
            <a:r>
              <a:rPr lang="es-MX" dirty="0"/>
              <a:t> es una metodología ágil de desarrollo de software orientada a producir software de alta calidad y entregas frecuentes mediante un conjunto compacto de valores, prácticas y roles. </a:t>
            </a:r>
          </a:p>
          <a:p>
            <a:r>
              <a:rPr lang="es-MX" b="1" dirty="0"/>
              <a:t>XP </a:t>
            </a:r>
            <a:r>
              <a:rPr lang="es-MX" dirty="0"/>
              <a:t>enfatiza la comunicación constante con el cliente, diseño simple, pruebas automáticas y ciclos cortos de planificación/entrega.</a:t>
            </a:r>
          </a:p>
        </p:txBody>
      </p:sp>
    </p:spTree>
    <p:extLst>
      <p:ext uri="{BB962C8B-B14F-4D97-AF65-F5344CB8AC3E}">
        <p14:creationId xmlns:p14="http://schemas.microsoft.com/office/powerpoint/2010/main" val="66334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7DF2E-8467-C2ED-333B-4B5393AD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 de XP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704471-1EBD-92C0-344B-D135401B57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Es una metodología diseñada para proyectos que cumplen con ciertas características:</a:t>
            </a:r>
          </a:p>
          <a:p>
            <a:pPr algn="just"/>
            <a:r>
              <a:rPr lang="es-MX" b="1" dirty="0"/>
              <a:t>Requisitos Cambiantes:</a:t>
            </a:r>
            <a:r>
              <a:rPr lang="es-MX" dirty="0"/>
              <a:t> Ideal para proyectos donde los requisitos son vagos o se espera que cambien con frecuencia durante el desarrollo.</a:t>
            </a:r>
          </a:p>
          <a:p>
            <a:pPr algn="just"/>
            <a:r>
              <a:rPr lang="es-MX" b="1" dirty="0"/>
              <a:t>Equipos Pequeños:</a:t>
            </a:r>
            <a:r>
              <a:rPr lang="es-MX" dirty="0"/>
              <a:t> Funciona mejor con equipos pequeños o medianos (generalmente de 2 a 12 personas).</a:t>
            </a:r>
          </a:p>
          <a:p>
            <a:pPr algn="just"/>
            <a:r>
              <a:rPr lang="es-MX" b="1" dirty="0"/>
              <a:t>Alto Riesgo:</a:t>
            </a:r>
            <a:r>
              <a:rPr lang="es-MX" dirty="0"/>
              <a:t> Se recomienda para proyectos donde el riesgo técnico o el riesgo de negocio (no satisfacer las necesidades del cliente) es alto.</a:t>
            </a:r>
          </a:p>
          <a:p>
            <a:pPr algn="just"/>
            <a:r>
              <a:rPr lang="es-MX" b="1" dirty="0"/>
              <a:t>Cliente Involucrado:</a:t>
            </a:r>
            <a:r>
              <a:rPr lang="es-MX" dirty="0"/>
              <a:t> Requiere la participación activa y a tiempo completo del cliente en el equipo.</a:t>
            </a:r>
          </a:p>
        </p:txBody>
      </p:sp>
    </p:spTree>
    <p:extLst>
      <p:ext uri="{BB962C8B-B14F-4D97-AF65-F5344CB8AC3E}">
        <p14:creationId xmlns:p14="http://schemas.microsoft.com/office/powerpoint/2010/main" val="868073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B607E-2BFE-DC7A-AB0C-98DFBF7B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Valores de XP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F910A9-914A-6918-922C-35078E6421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67695" y="1581150"/>
            <a:ext cx="9581367" cy="518477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MX" b="1" dirty="0"/>
              <a:t>Comunicación. </a:t>
            </a:r>
            <a:r>
              <a:rPr lang="es-MX" dirty="0"/>
              <a:t>La interacción cara a cara es la forma más efectiva. XP está diseñado para fomentar la comunicación constante entre los desarrolladores, el cliente y la gerencia para evitar malentendidos. Se usan herramientas simples como las </a:t>
            </a:r>
            <a:r>
              <a:rPr lang="es-MX" b="1" dirty="0"/>
              <a:t>Historias de Usuario</a:t>
            </a:r>
            <a:r>
              <a:rPr lang="es-MX" dirty="0"/>
              <a:t> (escritas en tarjetas) para facilitar la comprensión.</a:t>
            </a:r>
          </a:p>
          <a:p>
            <a:pPr algn="just"/>
            <a:r>
              <a:rPr lang="es-MX" b="1" dirty="0"/>
              <a:t>Simplicidad. </a:t>
            </a:r>
            <a:r>
              <a:rPr lang="es-MX" dirty="0"/>
              <a:t>El equipo siempre debe hacer </a:t>
            </a:r>
            <a:r>
              <a:rPr lang="es-MX" b="1" dirty="0"/>
              <a:t>la cosa más simple que pueda funcionar</a:t>
            </a:r>
            <a:r>
              <a:rPr lang="es-MX" dirty="0"/>
              <a:t> en el momento, y nada más. Esto minimiza el código innecesario y el esfuerzo desperdiciado en funcionalidades que quizás nunca se necesiten, y se mantiene con la </a:t>
            </a:r>
            <a:r>
              <a:rPr lang="es-MX" b="1" dirty="0"/>
              <a:t>Refactorización</a:t>
            </a:r>
            <a:r>
              <a:rPr lang="es-MX" dirty="0"/>
              <a:t> constante.</a:t>
            </a:r>
          </a:p>
          <a:p>
            <a:pPr algn="just"/>
            <a:r>
              <a:rPr lang="es-MX" b="1" dirty="0"/>
              <a:t>Retroalimentación (</a:t>
            </a:r>
            <a:r>
              <a:rPr lang="es-MX" b="1" dirty="0" err="1"/>
              <a:t>Feedback</a:t>
            </a:r>
            <a:r>
              <a:rPr lang="es-MX" b="1" dirty="0"/>
              <a:t>). </a:t>
            </a:r>
            <a:r>
              <a:rPr lang="es-MX" dirty="0"/>
              <a:t>Es el valor que permite al equipo saber cómo va el proyecto. Se obtiene a través de ciclos de desarrollo muy cortos (pequeñas entregas, pruebas unitarias continuas) y la presencia constante del cliente, lo que minimiza el riesgo de desviarse de los requisitos.</a:t>
            </a:r>
          </a:p>
          <a:p>
            <a:pPr algn="just"/>
            <a:r>
              <a:rPr lang="es-MX" b="1" dirty="0"/>
              <a:t>Coraje (Valor). </a:t>
            </a:r>
            <a:r>
              <a:rPr lang="es-MX" dirty="0"/>
              <a:t>Significa tener la capacidad de tomar decisiones difíciles y necesarias, como desechar código ineficaz, refactorizar un diseño deficiente, o admitir la verdad sobre el progreso y las estimaciones. Es la acción efectiva frente al miedo.</a:t>
            </a:r>
          </a:p>
          <a:p>
            <a:pPr algn="just"/>
            <a:r>
              <a:rPr lang="es-MX" b="1" dirty="0"/>
              <a:t>Respeto. </a:t>
            </a:r>
            <a:r>
              <a:rPr lang="es-MX" dirty="0"/>
              <a:t>Cada persona en el proyecto, tanto el cliente como los desarrolladores, contribuye con un valor único y debe ser respetada. Un equipo respetuoso se siente más cómodo dando y recibiendo </a:t>
            </a:r>
            <a:r>
              <a:rPr lang="es-MX" i="1" dirty="0" err="1"/>
              <a:t>feedback</a:t>
            </a:r>
            <a:r>
              <a:rPr lang="es-MX" dirty="0"/>
              <a:t> honesto.</a:t>
            </a:r>
          </a:p>
        </p:txBody>
      </p:sp>
      <p:pic>
        <p:nvPicPr>
          <p:cNvPr id="13" name="Gráfico 12" descr="Crecimiento empresarial con relleno sólido">
            <a:extLst>
              <a:ext uri="{FF2B5EF4-FFF2-40B4-BE49-F238E27FC236}">
                <a16:creationId xmlns:a16="http://schemas.microsoft.com/office/drawing/2014/main" id="{B1C45F56-1938-46FD-C7C5-BC1E97F64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4071" y="5727937"/>
            <a:ext cx="702600" cy="702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Gráfico 13" descr="Escalada con relleno sólido">
            <a:extLst>
              <a:ext uri="{FF2B5EF4-FFF2-40B4-BE49-F238E27FC236}">
                <a16:creationId xmlns:a16="http://schemas.microsoft.com/office/drawing/2014/main" id="{E5872736-7E1E-C09C-5088-4F885A359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1981" y="4847920"/>
            <a:ext cx="594690" cy="5946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Gráfico 15" descr="Agregar comentario contorno">
            <a:extLst>
              <a:ext uri="{FF2B5EF4-FFF2-40B4-BE49-F238E27FC236}">
                <a16:creationId xmlns:a16="http://schemas.microsoft.com/office/drawing/2014/main" id="{49EACC3B-154B-954F-E0CD-7B716610C1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1251" y="1786608"/>
            <a:ext cx="728240" cy="7282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Gráfico 17" descr="Reseña de cliente con relleno sólido">
            <a:extLst>
              <a:ext uri="{FF2B5EF4-FFF2-40B4-BE49-F238E27FC236}">
                <a16:creationId xmlns:a16="http://schemas.microsoft.com/office/drawing/2014/main" id="{AAC24208-45E9-828C-334B-59CFEA45F4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8002" y="3869558"/>
            <a:ext cx="693035" cy="6930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Gráfico 19" descr="Prioridades con relleno sólido">
            <a:extLst>
              <a:ext uri="{FF2B5EF4-FFF2-40B4-BE49-F238E27FC236}">
                <a16:creationId xmlns:a16="http://schemas.microsoft.com/office/drawing/2014/main" id="{9E1982B7-5710-4A3A-F0B3-EA6CE708E9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4733" y="2799051"/>
            <a:ext cx="786304" cy="7863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9818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20ABC-6866-9B6B-FC85-27365B67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Principios de XP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5F0AE4-C32D-A95D-5A61-0CE39162F3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Los principios son las pautas que ayudan a cerrar la brecha entre los </a:t>
            </a:r>
            <a:r>
              <a:rPr lang="es-MX" b="1" dirty="0"/>
              <a:t>valores</a:t>
            </a:r>
            <a:r>
              <a:rPr lang="es-MX" dirty="0"/>
              <a:t> abstractos y las </a:t>
            </a:r>
            <a:r>
              <a:rPr lang="es-MX" b="1" dirty="0"/>
              <a:t>prácticas</a:t>
            </a:r>
            <a:r>
              <a:rPr lang="es-MX" dirty="0"/>
              <a:t> concretas, guiando la toma de decisiones del equipo.</a:t>
            </a:r>
          </a:p>
          <a:p>
            <a:r>
              <a:rPr lang="es-MX" b="1" dirty="0"/>
              <a:t>Retroalimentación Rápida (Rapid </a:t>
            </a:r>
            <a:r>
              <a:rPr lang="es-MX" b="1" dirty="0" err="1"/>
              <a:t>Feedback</a:t>
            </a:r>
            <a:r>
              <a:rPr lang="es-MX" b="1" dirty="0"/>
              <a:t>):</a:t>
            </a:r>
            <a:r>
              <a:rPr lang="es-MX" dirty="0"/>
              <a:t> Cuanto antes se reciba retroalimentación sobre una decisión, más fácil y barato será corregir el rumbo. Por ello, se hacen pruebas unitarias antes de escribir el código (</a:t>
            </a:r>
            <a:r>
              <a:rPr lang="es-MX" b="1" dirty="0"/>
              <a:t>TDD</a:t>
            </a:r>
            <a:r>
              <a:rPr lang="es-MX" dirty="0"/>
              <a:t>) y se realizan pequeñas entregas frecuentes.</a:t>
            </a:r>
          </a:p>
          <a:p>
            <a:r>
              <a:rPr lang="es-MX" b="1" dirty="0"/>
              <a:t>Asumir Simplicidad (</a:t>
            </a:r>
            <a:r>
              <a:rPr lang="es-MX" b="1" dirty="0" err="1"/>
              <a:t>Assume</a:t>
            </a:r>
            <a:r>
              <a:rPr lang="es-MX" b="1" dirty="0"/>
              <a:t> </a:t>
            </a:r>
            <a:r>
              <a:rPr lang="es-MX" b="1" dirty="0" err="1"/>
              <a:t>Simplicity</a:t>
            </a:r>
            <a:r>
              <a:rPr lang="es-MX" b="1" dirty="0"/>
              <a:t>):</a:t>
            </a:r>
            <a:r>
              <a:rPr lang="es-MX" dirty="0"/>
              <a:t> Siempre se debe elegir el diseño más simple para una funcionalidad. Se asume que no podemos predecir el futuro, por lo que no se desarrolla funcionalidad que no se necesita </a:t>
            </a:r>
            <a:r>
              <a:rPr lang="es-MX" i="1" dirty="0"/>
              <a:t>hoy</a:t>
            </a:r>
            <a:r>
              <a:rPr lang="es-MX" dirty="0"/>
              <a:t>.</a:t>
            </a:r>
          </a:p>
          <a:p>
            <a:r>
              <a:rPr lang="es-MX" b="1" dirty="0"/>
              <a:t>Cambio Incremental (Incremental Change):</a:t>
            </a:r>
            <a:r>
              <a:rPr lang="es-MX" dirty="0"/>
              <a:t> El software se construye en pequeños pasos (incrementos), lo que reduce el riesgo. Es más fácil construir, probar y refactorizar pequeñas partes que un sistema enorme de una sola vez.</a:t>
            </a:r>
          </a:p>
          <a:p>
            <a:r>
              <a:rPr lang="es-MX" b="1" dirty="0"/>
              <a:t>Abrazar el Cambio (</a:t>
            </a:r>
            <a:r>
              <a:rPr lang="es-MX" b="1" dirty="0" err="1"/>
              <a:t>Embracing</a:t>
            </a:r>
            <a:r>
              <a:rPr lang="es-MX" b="1" dirty="0"/>
              <a:t> Change):</a:t>
            </a:r>
            <a:r>
              <a:rPr lang="es-MX" dirty="0"/>
              <a:t> El cambio de requisitos se ve como una parte normal y bienvenida del proceso de desarrollo, no como un problema. El proceso de XP está diseñado para ser adaptable a estos cambios.</a:t>
            </a:r>
          </a:p>
          <a:p>
            <a:r>
              <a:rPr lang="es-MX" b="1" dirty="0"/>
              <a:t>Trabajo de Calidad (</a:t>
            </a:r>
            <a:r>
              <a:rPr lang="es-MX" b="1" dirty="0" err="1"/>
              <a:t>Quality</a:t>
            </a:r>
            <a:r>
              <a:rPr lang="es-MX" b="1" dirty="0"/>
              <a:t> </a:t>
            </a:r>
            <a:r>
              <a:rPr lang="es-MX" b="1" dirty="0" err="1"/>
              <a:t>Work</a:t>
            </a:r>
            <a:r>
              <a:rPr lang="es-MX" b="1" dirty="0"/>
              <a:t>):</a:t>
            </a:r>
            <a:r>
              <a:rPr lang="es-MX" dirty="0"/>
              <a:t> Mantener un alto estándar de calidad en el código (simplicidad y pruebas) es lo que permite al equipo mantener un ritmo de desarrollo sostenible a largo plazo.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639423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2C15C-AED6-136D-DD08-195EF501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Ideas rectoras de XP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1B4AFA-BC57-4350-3D52-F2BA13BAE71B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618973" y="2545871"/>
            <a:ext cx="984650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 manejable: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aceptar que los requisitos cambian; el cliente puede re-priorizar en cualquier momento.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Pequeñas entregas frecuentes (Small Releases):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entregas cada 1–3 meses con iteraciones de ~1–3 semanas.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Planificación basada en historias (Planning Game):</a:t>
            </a:r>
            <a:r>
              <a:rPr kumimoji="0" lang="es-MX" alt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negociación entre cliente y desarrolladores sobre alcance vs tiempo.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Calidad por diseño y pruebas constantes (TDD, Unit Tests, Acceptance Tests).</a:t>
            </a:r>
            <a:endParaRPr kumimoji="0" lang="es-MX" altLang="es-MX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071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7A944-2F19-5D07-6E80-79289627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Prácticas clave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3EC64-DFA1-A949-46F5-ABEB8D174489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535370" y="1726715"/>
            <a:ext cx="1001370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stories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tarjetas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Descripciones pequeñas y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testables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Planificación de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/iteración (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exploration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steering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s-MX" altLang="es-MX" sz="2400" b="1" dirty="0" err="1">
                <a:latin typeface="Arial" panose="020B0604020202020204" pitchFamily="34" charset="0"/>
              </a:rPr>
              <a:t>ai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Todo código productivo se escribe en pares.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Test-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(TDD).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unitarios primero, código después.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(CI)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Integrar frecuentemente en una rama compartida.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Collective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Ownership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Cualquier desarrollador puede modificar cualquier parte del código.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Refactor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mercilessly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Mejora continua del diseño.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releases</a:t>
            </a:r>
            <a:r>
              <a:rPr kumimoji="0" lang="es-MX" altLang="es-MX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short </a:t>
            </a:r>
            <a:r>
              <a:rPr kumimoji="0" lang="es-MX" altLang="es-MX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Retroalimentación y entrega precoz. </a:t>
            </a:r>
          </a:p>
        </p:txBody>
      </p:sp>
    </p:spTree>
    <p:extLst>
      <p:ext uri="{BB962C8B-B14F-4D97-AF65-F5344CB8AC3E}">
        <p14:creationId xmlns:p14="http://schemas.microsoft.com/office/powerpoint/2010/main" val="100039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E3740-99A9-4564-57E1-341C55C7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Pair</a:t>
            </a:r>
            <a:r>
              <a:rPr lang="es-MX" dirty="0"/>
              <a:t> </a:t>
            </a:r>
            <a:r>
              <a:rPr lang="es-MX" dirty="0" err="1"/>
              <a:t>programming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0A135E-645F-1228-4E66-373626F898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538544"/>
            <a:ext cx="7222602" cy="5184775"/>
          </a:xfrm>
          <a:solidFill>
            <a:schemeClr val="bg1"/>
          </a:solidFill>
        </p:spPr>
        <p:txBody>
          <a:bodyPr anchor="ctr">
            <a:normAutofit fontScale="92500" lnSpcReduction="10000"/>
          </a:bodyPr>
          <a:lstStyle/>
          <a:p>
            <a:r>
              <a:rPr lang="es-MX" sz="1800" b="1" dirty="0" err="1"/>
              <a:t>Pair</a:t>
            </a:r>
            <a:r>
              <a:rPr lang="es-MX" sz="1800" b="1" dirty="0"/>
              <a:t> </a:t>
            </a:r>
            <a:r>
              <a:rPr lang="es-MX" sz="1800" b="1" dirty="0" err="1"/>
              <a:t>Programming</a:t>
            </a:r>
            <a:r>
              <a:rPr lang="es-MX" sz="1800" dirty="0"/>
              <a:t> (programación en pares) es una práctica central de </a:t>
            </a:r>
            <a:r>
              <a:rPr lang="es-MX" sz="1800" b="1" dirty="0"/>
              <a:t>Extreme </a:t>
            </a:r>
            <a:r>
              <a:rPr lang="es-MX" sz="1800" b="1" dirty="0" err="1"/>
              <a:t>Programming</a:t>
            </a:r>
            <a:r>
              <a:rPr lang="es-MX" sz="1800" b="1" dirty="0"/>
              <a:t> (XP)</a:t>
            </a:r>
            <a:r>
              <a:rPr lang="es-MX" sz="1800" dirty="0"/>
              <a:t> en la cual </a:t>
            </a:r>
            <a:r>
              <a:rPr lang="es-MX" sz="1800" b="1" dirty="0"/>
              <a:t>dos programadores trabajan juntos en una misma computadora</a:t>
            </a:r>
            <a:r>
              <a:rPr lang="es-MX" sz="1800" dirty="0"/>
              <a:t> para escribir código, diseñar, probar y refactorizar de manera colaborativa.</a:t>
            </a:r>
          </a:p>
          <a:p>
            <a:r>
              <a:rPr lang="es-MX" sz="1800" dirty="0"/>
              <a:t>En esta práctica:</a:t>
            </a:r>
          </a:p>
          <a:p>
            <a:pPr lvl="1"/>
            <a:r>
              <a:rPr lang="es-MX" sz="1800" dirty="0"/>
              <a:t>Una persona escribe el código (Driver).</a:t>
            </a:r>
          </a:p>
          <a:p>
            <a:pPr lvl="1"/>
            <a:r>
              <a:rPr lang="es-MX" sz="1800" dirty="0"/>
              <a:t>La otra persona revisa, analiza y piensa en el siguiente paso (</a:t>
            </a:r>
            <a:r>
              <a:rPr lang="es-MX" sz="1800" dirty="0" err="1"/>
              <a:t>Navigator</a:t>
            </a:r>
            <a:r>
              <a:rPr lang="es-MX" sz="1800" dirty="0"/>
              <a:t>).</a:t>
            </a:r>
          </a:p>
          <a:p>
            <a:r>
              <a:rPr lang="es-MX" sz="1800" dirty="0"/>
              <a:t>Ambos alternan sus roles frecuentemente durante la sesión de trabajo.</a:t>
            </a:r>
          </a:p>
          <a:p>
            <a:r>
              <a:rPr lang="es-MX" sz="1800" dirty="0"/>
              <a:t>En XP se dice que </a:t>
            </a:r>
            <a:r>
              <a:rPr lang="es-MX" sz="1800" i="1" dirty="0"/>
              <a:t>todo el código de producción debe escribirse en pares</a:t>
            </a:r>
            <a:r>
              <a:rPr lang="es-MX" sz="1800" dirty="0"/>
              <a:t> porque mejora la calidad, el diseño y el aprendizaje del equipo.</a:t>
            </a:r>
          </a:p>
          <a:p>
            <a:r>
              <a:rPr lang="es-MX" sz="1800" dirty="0"/>
              <a:t>El propósito de </a:t>
            </a:r>
            <a:r>
              <a:rPr lang="es-MX" sz="1800" i="1" dirty="0" err="1"/>
              <a:t>Pair</a:t>
            </a:r>
            <a:r>
              <a:rPr lang="es-MX" sz="1800" i="1" dirty="0"/>
              <a:t> </a:t>
            </a:r>
            <a:r>
              <a:rPr lang="es-MX" sz="1800" i="1" dirty="0" err="1"/>
              <a:t>Programming</a:t>
            </a:r>
            <a:r>
              <a:rPr lang="es-MX" sz="1800" dirty="0"/>
              <a:t> es </a:t>
            </a:r>
            <a:r>
              <a:rPr lang="es-MX" sz="1800" b="1" dirty="0"/>
              <a:t>aumentar la calidad del software y la productividad del equipo</a:t>
            </a:r>
            <a:r>
              <a:rPr lang="es-MX" sz="1800" dirty="0"/>
              <a:t> al aprovechar dos perspectivas distintas para resolver los problemas y tomar decisiones de diseño en el momento.</a:t>
            </a:r>
          </a:p>
          <a:p>
            <a:r>
              <a:rPr lang="es-MX" sz="1800" dirty="0"/>
              <a:t>Sus objetivos específicos son:</a:t>
            </a:r>
          </a:p>
          <a:p>
            <a:pPr lvl="1"/>
            <a:r>
              <a:rPr lang="es-MX" sz="1800" b="1" dirty="0"/>
              <a:t>Prevenir errores</a:t>
            </a:r>
            <a:r>
              <a:rPr lang="es-MX" sz="1800" dirty="0"/>
              <a:t> antes de que lleguen al código.</a:t>
            </a:r>
          </a:p>
          <a:p>
            <a:pPr lvl="1"/>
            <a:r>
              <a:rPr lang="es-MX" sz="1800" b="1" dirty="0"/>
              <a:t>Compartir conocimiento</a:t>
            </a:r>
            <a:r>
              <a:rPr lang="es-MX" sz="1800" dirty="0"/>
              <a:t> del sistema entre los miembros del equipo.</a:t>
            </a:r>
          </a:p>
          <a:p>
            <a:pPr lvl="1"/>
            <a:r>
              <a:rPr lang="es-MX" sz="1800" b="1" dirty="0"/>
              <a:t>Mejorar el diseño</a:t>
            </a:r>
            <a:r>
              <a:rPr lang="es-MX" sz="1800" dirty="0"/>
              <a:t> gracias a la discusión continua.</a:t>
            </a:r>
          </a:p>
          <a:p>
            <a:pPr lvl="1"/>
            <a:r>
              <a:rPr lang="es-MX" sz="1800" b="1" dirty="0"/>
              <a:t>Fomentar la colaboración y comunicación</a:t>
            </a:r>
            <a:r>
              <a:rPr lang="es-MX" sz="1800" dirty="0"/>
              <a:t> dentro del equipo XP.</a:t>
            </a:r>
          </a:p>
          <a:p>
            <a:pPr lvl="1"/>
            <a:r>
              <a:rPr lang="es-MX" sz="1800" b="1" dirty="0"/>
              <a:t>Acelerar el aprendizaje</a:t>
            </a:r>
            <a:r>
              <a:rPr lang="es-MX" sz="1800" dirty="0"/>
              <a:t> de desarrolladores menos experimentados.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B52D65C-301A-155E-183E-E1CE28B15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39816"/>
              </p:ext>
            </p:extLst>
          </p:nvPr>
        </p:nvGraphicFramePr>
        <p:xfrm>
          <a:off x="7222602" y="2988509"/>
          <a:ext cx="4826645" cy="2621280"/>
        </p:xfrm>
        <a:graphic>
          <a:graphicData uri="http://schemas.openxmlformats.org/drawingml/2006/table">
            <a:tbl>
              <a:tblPr/>
              <a:tblGrid>
                <a:gridCol w="1030816">
                  <a:extLst>
                    <a:ext uri="{9D8B030D-6E8A-4147-A177-3AD203B41FA5}">
                      <a16:colId xmlns:a16="http://schemas.microsoft.com/office/drawing/2014/main" val="535529711"/>
                    </a:ext>
                  </a:extLst>
                </a:gridCol>
                <a:gridCol w="1406760">
                  <a:extLst>
                    <a:ext uri="{9D8B030D-6E8A-4147-A177-3AD203B41FA5}">
                      <a16:colId xmlns:a16="http://schemas.microsoft.com/office/drawing/2014/main" val="3181000364"/>
                    </a:ext>
                  </a:extLst>
                </a:gridCol>
                <a:gridCol w="2389069">
                  <a:extLst>
                    <a:ext uri="{9D8B030D-6E8A-4147-A177-3AD203B41FA5}">
                      <a16:colId xmlns:a16="http://schemas.microsoft.com/office/drawing/2014/main" val="3573790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Driver</a:t>
                      </a:r>
                      <a:endParaRPr lang="es-MX" sz="160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Persona que </a:t>
                      </a:r>
                      <a:r>
                        <a:rPr lang="es-MX" sz="1600" b="1"/>
                        <a:t>escribe el código</a:t>
                      </a:r>
                      <a:r>
                        <a:rPr lang="es-MX" sz="1600"/>
                        <a:t> directamente.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Escribe la implementación siguiendo la guía del </a:t>
                      </a:r>
                      <a:r>
                        <a:rPr lang="es-MX" sz="1600" dirty="0" err="1"/>
                        <a:t>Navigator</a:t>
                      </a:r>
                      <a:r>
                        <a:rPr lang="es-MX" sz="1600" dirty="0"/>
                        <a:t>, ejecuta las pruebas y mantiene el foco en la tarea inmediata.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006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 err="1"/>
                        <a:t>Navigator</a:t>
                      </a:r>
                      <a:endParaRPr lang="es-MX" sz="1600" dirty="0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Persona que </a:t>
                      </a:r>
                      <a:r>
                        <a:rPr lang="es-MX" sz="1600" b="1"/>
                        <a:t>piensa estratégicamente</a:t>
                      </a:r>
                      <a:r>
                        <a:rPr lang="es-MX" sz="1600"/>
                        <a:t> y revisa el trabajo.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Observa el código, sugiere mejoras, detecta errores, piensa en implicaciones futuras y planea los próximos pasos.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48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029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3B016-1EBA-D153-836A-7739A271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Beneficios, </a:t>
            </a:r>
            <a:r>
              <a:rPr lang="es-MX" dirty="0" err="1"/>
              <a:t>desafios</a:t>
            </a:r>
            <a:r>
              <a:rPr lang="es-MX" dirty="0"/>
              <a:t> y buenas prácticas del </a:t>
            </a:r>
            <a:r>
              <a:rPr lang="es-MX" dirty="0" err="1"/>
              <a:t>Pair</a:t>
            </a:r>
            <a:r>
              <a:rPr lang="es-MX" dirty="0"/>
              <a:t> </a:t>
            </a:r>
            <a:r>
              <a:rPr lang="es-MX" dirty="0" err="1"/>
              <a:t>Programming</a:t>
            </a:r>
            <a:endParaRPr lang="es-MX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1ABF5A4-59E2-404F-1945-C0B1338A3B8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07933673"/>
              </p:ext>
            </p:extLst>
          </p:nvPr>
        </p:nvGraphicFramePr>
        <p:xfrm>
          <a:off x="1122744" y="1725711"/>
          <a:ext cx="5278056" cy="4702590"/>
        </p:xfrm>
        <a:graphic>
          <a:graphicData uri="http://schemas.openxmlformats.org/drawingml/2006/table">
            <a:tbl>
              <a:tblPr/>
              <a:tblGrid>
                <a:gridCol w="5278056">
                  <a:extLst>
                    <a:ext uri="{9D8B030D-6E8A-4147-A177-3AD203B41FA5}">
                      <a16:colId xmlns:a16="http://schemas.microsoft.com/office/drawing/2014/main" val="1261729825"/>
                    </a:ext>
                  </a:extLst>
                </a:gridCol>
              </a:tblGrid>
              <a:tr h="6095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dirty="0"/>
                        <a:t>Calidad del código. </a:t>
                      </a:r>
                      <a:r>
                        <a:rPr lang="es-MX" sz="2000" dirty="0"/>
                        <a:t>Dos personas piensan, revisan y prueban cada línea, lo que reduce errores.</a:t>
                      </a:r>
                    </a:p>
                  </a:txBody>
                  <a:tcPr marL="87078" marR="87078" marT="43539" marB="43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42564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dirty="0"/>
                        <a:t>Diseño más limpio.</a:t>
                      </a:r>
                      <a:endParaRPr lang="es-MX" sz="2000" dirty="0"/>
                    </a:p>
                    <a:p>
                      <a:pPr>
                        <a:buNone/>
                      </a:pPr>
                      <a:r>
                        <a:rPr lang="es-MX" sz="2000" dirty="0"/>
                        <a:t>Las discusiones constantes obligan a mantener un diseño simple y coherente.</a:t>
                      </a:r>
                    </a:p>
                  </a:txBody>
                  <a:tcPr marL="87078" marR="87078" marT="43539" marB="43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34734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dirty="0"/>
                        <a:t>Transferencia de conocimiento. </a:t>
                      </a:r>
                      <a:r>
                        <a:rPr lang="es-MX" sz="2000" dirty="0"/>
                        <a:t>Ambos aprenden del otro, evitando que el conocimiento se concentre en una sola persona.</a:t>
                      </a:r>
                    </a:p>
                  </a:txBody>
                  <a:tcPr marL="87078" marR="87078" marT="43539" marB="43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744439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dirty="0"/>
                        <a:t>Responsabilidad compartida. </a:t>
                      </a:r>
                      <a:r>
                        <a:rPr lang="es-MX" sz="2000" dirty="0"/>
                        <a:t>Cualquier parte del código pertenece al equipo (colective </a:t>
                      </a:r>
                      <a:r>
                        <a:rPr lang="es-MX" sz="2000" dirty="0" err="1"/>
                        <a:t>code</a:t>
                      </a:r>
                      <a:r>
                        <a:rPr lang="es-MX" sz="2000" dirty="0"/>
                        <a:t> </a:t>
                      </a:r>
                      <a:r>
                        <a:rPr lang="es-MX" sz="2000" dirty="0" err="1"/>
                        <a:t>ownership</a:t>
                      </a:r>
                      <a:r>
                        <a:rPr lang="es-MX" sz="2000" dirty="0"/>
                        <a:t>).</a:t>
                      </a:r>
                    </a:p>
                  </a:txBody>
                  <a:tcPr marL="87078" marR="87078" marT="43539" marB="43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160518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dirty="0"/>
                        <a:t>Motivación y concentración. </a:t>
                      </a:r>
                      <a:r>
                        <a:rPr lang="es-MX" sz="2000" dirty="0"/>
                        <a:t>El trabajo en pares mantiene la atención y reduce distracciones.</a:t>
                      </a:r>
                    </a:p>
                  </a:txBody>
                  <a:tcPr marL="87078" marR="87078" marT="43539" marB="435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5276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DA51723-A970-68D7-C54C-CF0CC053D633}"/>
              </a:ext>
            </a:extLst>
          </p:cNvPr>
          <p:cNvSpPr txBox="1"/>
          <p:nvPr/>
        </p:nvSpPr>
        <p:spPr>
          <a:xfrm>
            <a:off x="6542225" y="2091847"/>
            <a:ext cx="54053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Desafíos comunes: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Diferencias de experiencia o estilos pueden generar tensión.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Fatiga mental si se hace durante todo el día.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Requiere espacio y cultura de colaboración.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b="1" dirty="0"/>
              <a:t>Buenas prácticas para el aula o el trabajo: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Rotar los pares cada día o iteración.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Promover comunicación respetuosa y constructiva.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Usar pausas y retrospectivas para ajustar la colaboración.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Si se trabaja en remoto, usar herramientas como </a:t>
            </a:r>
            <a:r>
              <a:rPr lang="es-MX" i="1" dirty="0"/>
              <a:t>Visual Studio Live Share</a:t>
            </a:r>
            <a:r>
              <a:rPr lang="es-MX" dirty="0"/>
              <a:t>, </a:t>
            </a:r>
            <a:r>
              <a:rPr lang="es-MX" i="1" dirty="0" err="1"/>
              <a:t>Code</a:t>
            </a:r>
            <a:r>
              <a:rPr lang="es-MX" i="1" dirty="0"/>
              <a:t> </a:t>
            </a:r>
            <a:r>
              <a:rPr lang="es-MX" i="1" dirty="0" err="1"/>
              <a:t>With</a:t>
            </a:r>
            <a:r>
              <a:rPr lang="es-MX" i="1" dirty="0"/>
              <a:t> Me</a:t>
            </a:r>
            <a:r>
              <a:rPr lang="es-MX" dirty="0"/>
              <a:t> o </a:t>
            </a:r>
            <a:r>
              <a:rPr lang="es-MX" i="1" dirty="0" err="1"/>
              <a:t>VSCode</a:t>
            </a:r>
            <a:r>
              <a:rPr lang="es-MX" i="1" dirty="0"/>
              <a:t> </a:t>
            </a:r>
            <a:r>
              <a:rPr lang="es-MX" i="1" dirty="0" err="1"/>
              <a:t>Pair</a:t>
            </a:r>
            <a:r>
              <a:rPr lang="es-MX" i="1" dirty="0"/>
              <a:t> </a:t>
            </a:r>
            <a:r>
              <a:rPr lang="es-MX" i="1" dirty="0" err="1"/>
              <a:t>Programming</a:t>
            </a:r>
            <a:r>
              <a:rPr lang="es-MX" i="1" dirty="0"/>
              <a:t> </a:t>
            </a:r>
            <a:r>
              <a:rPr lang="es-MX" i="1" dirty="0" err="1"/>
              <a:t>extensions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0883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93129-3B23-E8EA-06E2-DA045DEA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Test-</a:t>
            </a:r>
            <a:r>
              <a:rPr lang="es-MX" dirty="0" err="1"/>
              <a:t>Driven</a:t>
            </a:r>
            <a:r>
              <a:rPr lang="es-MX" dirty="0"/>
              <a:t> </a:t>
            </a:r>
            <a:r>
              <a:rPr lang="es-MX" dirty="0" err="1"/>
              <a:t>Development</a:t>
            </a:r>
            <a:r>
              <a:rPr lang="es-MX" dirty="0"/>
              <a:t> (TDD)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E4DF3-16DE-9D34-C2DF-8F698EA7F9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s-MX" b="1" dirty="0"/>
              <a:t>Test-</a:t>
            </a:r>
            <a:r>
              <a:rPr lang="es-MX" b="1" dirty="0" err="1"/>
              <a:t>Driven</a:t>
            </a:r>
            <a:r>
              <a:rPr lang="es-MX" b="1" dirty="0"/>
              <a:t> </a:t>
            </a:r>
            <a:r>
              <a:rPr lang="es-MX" b="1" dirty="0" err="1"/>
              <a:t>Development</a:t>
            </a:r>
            <a:r>
              <a:rPr lang="es-MX" b="1" dirty="0"/>
              <a:t> (TDD)</a:t>
            </a:r>
            <a:r>
              <a:rPr lang="es-MX" dirty="0"/>
              <a:t> — o </a:t>
            </a:r>
            <a:r>
              <a:rPr lang="es-MX" b="1" dirty="0"/>
              <a:t>Desarrollo Guiado por Pruebas</a:t>
            </a:r>
            <a:r>
              <a:rPr lang="es-MX" dirty="0"/>
              <a:t> — es una práctica fundamental de </a:t>
            </a:r>
            <a:r>
              <a:rPr lang="es-MX" b="1" dirty="0"/>
              <a:t>Extreme </a:t>
            </a:r>
            <a:r>
              <a:rPr lang="es-MX" b="1" dirty="0" err="1"/>
              <a:t>Programming</a:t>
            </a:r>
            <a:r>
              <a:rPr lang="es-MX" b="1" dirty="0"/>
              <a:t> (XP)</a:t>
            </a:r>
            <a:r>
              <a:rPr lang="es-MX" dirty="0"/>
              <a:t> que consiste en </a:t>
            </a:r>
            <a:r>
              <a:rPr lang="es-MX" b="1" dirty="0"/>
              <a:t>escribir primero las pruebas automatizadas</a:t>
            </a:r>
            <a:r>
              <a:rPr lang="es-MX" dirty="0"/>
              <a:t> antes de escribir el código que las hará pasar.</a:t>
            </a:r>
          </a:p>
          <a:p>
            <a:r>
              <a:rPr lang="es-MX" dirty="0"/>
              <a:t>La idea es que </a:t>
            </a:r>
            <a:r>
              <a:rPr lang="es-MX" b="1" dirty="0"/>
              <a:t>las pruebas definen el comportamiento deseado del software</a:t>
            </a:r>
            <a:r>
              <a:rPr lang="es-MX" dirty="0"/>
              <a:t> y el código se crea solo para cumplir con esas pruebas.</a:t>
            </a:r>
            <a:br>
              <a:rPr lang="es-MX" dirty="0"/>
            </a:br>
            <a:r>
              <a:rPr lang="es-MX" dirty="0"/>
              <a:t>De este modo, las pruebas se convierten en una </a:t>
            </a:r>
            <a:r>
              <a:rPr lang="es-MX" b="1" dirty="0"/>
              <a:t>especificación ejecutable</a:t>
            </a:r>
            <a:r>
              <a:rPr lang="es-MX" dirty="0"/>
              <a:t> del sistema.</a:t>
            </a:r>
          </a:p>
          <a:p>
            <a:r>
              <a:rPr lang="es-MX" dirty="0"/>
              <a:t>Kent Beck (2000), creador de XP, define TDD como “un ciclo de desarrollo donde el programador escribe una prueba que falla, escribe el código mínimo para pasarla y luego refactoriza el código”.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56291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517D3-463D-009A-DE73-3B80A785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Ciclo básico del TDD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49E15D9-BD3B-C597-5CD2-3D5A6AC58A8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92963420"/>
              </p:ext>
            </p:extLst>
          </p:nvPr>
        </p:nvGraphicFramePr>
        <p:xfrm>
          <a:off x="137123" y="1612981"/>
          <a:ext cx="6405102" cy="2954185"/>
        </p:xfrm>
        <a:graphic>
          <a:graphicData uri="http://schemas.openxmlformats.org/drawingml/2006/table">
            <a:tbl>
              <a:tblPr/>
              <a:tblGrid>
                <a:gridCol w="1505637">
                  <a:extLst>
                    <a:ext uri="{9D8B030D-6E8A-4147-A177-3AD203B41FA5}">
                      <a16:colId xmlns:a16="http://schemas.microsoft.com/office/drawing/2014/main" val="1374933613"/>
                    </a:ext>
                  </a:extLst>
                </a:gridCol>
                <a:gridCol w="2764431">
                  <a:extLst>
                    <a:ext uri="{9D8B030D-6E8A-4147-A177-3AD203B41FA5}">
                      <a16:colId xmlns:a16="http://schemas.microsoft.com/office/drawing/2014/main" val="1672631946"/>
                    </a:ext>
                  </a:extLst>
                </a:gridCol>
                <a:gridCol w="2135034">
                  <a:extLst>
                    <a:ext uri="{9D8B030D-6E8A-4147-A177-3AD203B41FA5}">
                      <a16:colId xmlns:a16="http://schemas.microsoft.com/office/drawing/2014/main" val="1555391874"/>
                    </a:ext>
                  </a:extLst>
                </a:gridCol>
              </a:tblGrid>
              <a:tr h="348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 dirty="0"/>
                        <a:t>Etapa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/>
                        <a:t>Descripción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 dirty="0"/>
                        <a:t>Estado de las pruebas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503080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Red (Rojo)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Escribir una prueba que inicialmente falla porque la funcionalidad aún no existe.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❌ Falla (rojo)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365499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Green (Verde)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Escribir el código mínimo necesario para que la prueba pase.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✅ Pasa (verde)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62412"/>
                  </a:ext>
                </a:extLst>
              </a:tr>
              <a:tr h="870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Refactor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Mejorar el código, eliminar duplicaciones y optimizar sin romper las pruebas.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✅ Pasa (verde)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06789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055A69D-1530-E3B7-26E7-07C6CAF19C92}"/>
              </a:ext>
            </a:extLst>
          </p:cNvPr>
          <p:cNvSpPr txBox="1"/>
          <p:nvPr/>
        </p:nvSpPr>
        <p:spPr>
          <a:xfrm>
            <a:off x="6724892" y="1612981"/>
            <a:ext cx="52838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objetivo principal es </a:t>
            </a:r>
            <a:r>
              <a:rPr lang="es-MX" b="1" dirty="0"/>
              <a:t>garantizar la calidad del software desde el inicio</a:t>
            </a:r>
            <a:r>
              <a:rPr lang="es-MX" dirty="0"/>
              <a:t> y </a:t>
            </a:r>
            <a:r>
              <a:rPr lang="es-MX" b="1" dirty="0"/>
              <a:t>facilitar el diseño emergente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Otros objetivos importantes: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Asegurar que cada pieza de código esté probada automáticamente.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Producir un </a:t>
            </a:r>
            <a:r>
              <a:rPr lang="es-MX" b="1" dirty="0"/>
              <a:t>diseño simple y limpio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Dar confianza al programador para </a:t>
            </a:r>
            <a:r>
              <a:rPr lang="es-MX" b="1" dirty="0"/>
              <a:t>hacer cambios sin miedo a romper el sistema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Mantener una </a:t>
            </a:r>
            <a:r>
              <a:rPr lang="es-MX" b="1" dirty="0"/>
              <a:t>retroalimentación inmediata y continua</a:t>
            </a:r>
            <a:r>
              <a:rPr lang="es-MX" dirty="0"/>
              <a:t> sobre el estado del código.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87C5A18-7A92-0A37-4D89-F15790A87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046282"/>
              </p:ext>
            </p:extLst>
          </p:nvPr>
        </p:nvGraphicFramePr>
        <p:xfrm>
          <a:off x="85037" y="5096070"/>
          <a:ext cx="12008733" cy="1645920"/>
        </p:xfrm>
        <a:graphic>
          <a:graphicData uri="http://schemas.openxmlformats.org/drawingml/2006/table">
            <a:tbl>
              <a:tblPr/>
              <a:tblGrid>
                <a:gridCol w="3002182">
                  <a:extLst>
                    <a:ext uri="{9D8B030D-6E8A-4147-A177-3AD203B41FA5}">
                      <a16:colId xmlns:a16="http://schemas.microsoft.com/office/drawing/2014/main" val="3617170650"/>
                    </a:ext>
                  </a:extLst>
                </a:gridCol>
                <a:gridCol w="3002182">
                  <a:extLst>
                    <a:ext uri="{9D8B030D-6E8A-4147-A177-3AD203B41FA5}">
                      <a16:colId xmlns:a16="http://schemas.microsoft.com/office/drawing/2014/main" val="3704127204"/>
                    </a:ext>
                  </a:extLst>
                </a:gridCol>
                <a:gridCol w="1258749">
                  <a:extLst>
                    <a:ext uri="{9D8B030D-6E8A-4147-A177-3AD203B41FA5}">
                      <a16:colId xmlns:a16="http://schemas.microsoft.com/office/drawing/2014/main" val="1567467357"/>
                    </a:ext>
                  </a:extLst>
                </a:gridCol>
                <a:gridCol w="4745620">
                  <a:extLst>
                    <a:ext uri="{9D8B030D-6E8A-4147-A177-3AD203B41FA5}">
                      <a16:colId xmlns:a16="http://schemas.microsoft.com/office/drawing/2014/main" val="3391638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Tipo de prueba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/>
                        <a:t>Responsable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Nivel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b="1" dirty="0"/>
                        <a:t>Propósito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07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Pruebas unitarias (Unit Tests)</a:t>
                      </a:r>
                      <a:endParaRPr lang="es-MX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Programadores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Bajo nivel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Verificar el comportamiento correcto de pequeñas unidades (funciones, métodos, clases).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86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Pruebas de aceptación (Acceptance Tests)</a:t>
                      </a:r>
                      <a:endParaRPr lang="es-MX"/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Cliente (con apoyo de testers/desarrolladores)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Alto nivel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Validar que la historia de usuario cumpla con los requisitos del negocio.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4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7439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7C358-C1F4-E5B4-2E9E-D677DD54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Integración continua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CE84EB-945A-905C-6FB3-712FC9F945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35261" y="1666754"/>
            <a:ext cx="9676435" cy="5052872"/>
          </a:xfrm>
        </p:spPr>
        <p:txBody>
          <a:bodyPr>
            <a:normAutofit fontScale="77500" lnSpcReduction="20000"/>
          </a:bodyPr>
          <a:lstStyle/>
          <a:p>
            <a:r>
              <a:rPr lang="es-MX" b="1" dirty="0"/>
              <a:t>Integración Continua (</a:t>
            </a:r>
            <a:r>
              <a:rPr lang="es-MX" b="1" dirty="0" err="1"/>
              <a:t>Continuous</a:t>
            </a:r>
            <a:r>
              <a:rPr lang="es-MX" b="1" dirty="0"/>
              <a:t> </a:t>
            </a:r>
            <a:r>
              <a:rPr lang="es-MX" b="1" dirty="0" err="1"/>
              <a:t>Integration</a:t>
            </a:r>
            <a:r>
              <a:rPr lang="es-MX" b="1" dirty="0"/>
              <a:t>, CI)</a:t>
            </a:r>
            <a:r>
              <a:rPr lang="es-MX" dirty="0"/>
              <a:t> es una técnica de Extreme </a:t>
            </a:r>
            <a:r>
              <a:rPr lang="es-MX" dirty="0" err="1"/>
              <a:t>Programming</a:t>
            </a:r>
            <a:r>
              <a:rPr lang="es-MX" dirty="0"/>
              <a:t> (XP) que consiste en integrar y probar el código de todo el equipo varias veces al día, de modo que siempre exista una versión del sistema funcionando y comprobada.</a:t>
            </a:r>
          </a:p>
          <a:p>
            <a:r>
              <a:rPr lang="es-MX" dirty="0"/>
              <a:t>En XP, la integración continua no es solo un proceso técnico, sino una </a:t>
            </a:r>
            <a:r>
              <a:rPr lang="es-MX" b="1" dirty="0"/>
              <a:t>filosofía de trabajo colaborativo y preventivo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“El sistema debe estar siempre en un estado en el que pueda ejecutarse y pasar todas las pruebas.”</a:t>
            </a:r>
          </a:p>
          <a:p>
            <a:r>
              <a:rPr lang="es-MX" b="1" dirty="0"/>
              <a:t>Integrar</a:t>
            </a:r>
            <a:r>
              <a:rPr lang="es-MX" dirty="0"/>
              <a:t> significa combinar el trabajo de todos los programadores en una versión única y coherente del sistema.</a:t>
            </a:r>
          </a:p>
          <a:p>
            <a:r>
              <a:rPr lang="es-MX" dirty="0"/>
              <a:t>Cada vez que un programador o par termina una tarea (una historia o parte de ella):</a:t>
            </a:r>
          </a:p>
          <a:p>
            <a:pPr lvl="1"/>
            <a:r>
              <a:rPr lang="es-MX" b="1" dirty="0"/>
              <a:t>Agrega su código</a:t>
            </a:r>
            <a:r>
              <a:rPr lang="es-MX" dirty="0"/>
              <a:t> al repositorio común (</a:t>
            </a:r>
            <a:r>
              <a:rPr lang="es-MX" dirty="0" err="1"/>
              <a:t>branch</a:t>
            </a:r>
            <a:r>
              <a:rPr lang="es-MX" dirty="0"/>
              <a:t> principal).</a:t>
            </a:r>
          </a:p>
          <a:p>
            <a:pPr lvl="1"/>
            <a:r>
              <a:rPr lang="es-MX" b="1" dirty="0"/>
              <a:t>Ejecuta todas las pruebas automáticas (unitarias y de aceptación)</a:t>
            </a:r>
            <a:r>
              <a:rPr lang="es-MX" dirty="0"/>
              <a:t>.</a:t>
            </a:r>
          </a:p>
          <a:p>
            <a:pPr lvl="1"/>
            <a:r>
              <a:rPr lang="es-MX" b="1" dirty="0"/>
              <a:t>Corrige cualquier error inmediatamente</a:t>
            </a:r>
            <a:r>
              <a:rPr lang="es-MX" dirty="0"/>
              <a:t> si alguna prueba falla.</a:t>
            </a:r>
          </a:p>
          <a:p>
            <a:r>
              <a:rPr lang="es-MX" dirty="0"/>
              <a:t>El objetivo es </a:t>
            </a:r>
            <a:r>
              <a:rPr lang="es-MX" b="1" dirty="0"/>
              <a:t>evitar la “pesadilla de la integración”</a:t>
            </a:r>
            <a:r>
              <a:rPr lang="es-MX" dirty="0"/>
              <a:t>, donde el software no compila o no funciona porque los cambios de varios desarrolladores entraron al mismo tiempo sin coordinación.</a:t>
            </a:r>
          </a:p>
        </p:txBody>
      </p:sp>
    </p:spTree>
    <p:extLst>
      <p:ext uri="{BB962C8B-B14F-4D97-AF65-F5344CB8AC3E}">
        <p14:creationId xmlns:p14="http://schemas.microsoft.com/office/powerpoint/2010/main" val="3155601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F6BCE-7BBF-3AC8-F1F4-5CE01836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básico de la integración continua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36D5FD-7E15-0B65-B1C4-736242C303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s-MX" dirty="0"/>
              <a:t>Las acciones que se realizan en el </a:t>
            </a:r>
            <a:r>
              <a:rPr lang="es-MX" dirty="0" err="1"/>
              <a:t>procesode</a:t>
            </a:r>
            <a:r>
              <a:rPr lang="es-MX" dirty="0"/>
              <a:t> integración continua son:</a:t>
            </a:r>
          </a:p>
          <a:p>
            <a:pPr lvl="1"/>
            <a:r>
              <a:rPr lang="es-MX" dirty="0"/>
              <a:t>Desarrollar en pequeños incrementos (pocas líneas o tareas).</a:t>
            </a:r>
          </a:p>
          <a:p>
            <a:pPr lvl="1"/>
            <a:r>
              <a:rPr lang="es-MX" dirty="0"/>
              <a:t>Ejecutar pruebas unitarias localmente.</a:t>
            </a:r>
          </a:p>
          <a:p>
            <a:pPr lvl="1"/>
            <a:r>
              <a:rPr lang="es-MX" dirty="0"/>
              <a:t>Integrar (hacer </a:t>
            </a:r>
            <a:r>
              <a:rPr lang="es-MX" dirty="0" err="1"/>
              <a:t>commit</a:t>
            </a:r>
            <a:r>
              <a:rPr lang="es-MX" dirty="0"/>
              <a:t>/</a:t>
            </a:r>
            <a:r>
              <a:rPr lang="es-MX" dirty="0" err="1"/>
              <a:t>push</a:t>
            </a:r>
            <a:r>
              <a:rPr lang="es-MX" dirty="0"/>
              <a:t>) al repositorio compartido.</a:t>
            </a:r>
          </a:p>
          <a:p>
            <a:pPr lvl="1"/>
            <a:r>
              <a:rPr lang="es-MX" dirty="0"/>
              <a:t>Ejecutar automáticamente todas las pruebas (unitarias y de aceptación).</a:t>
            </a:r>
          </a:p>
          <a:p>
            <a:pPr lvl="1"/>
            <a:r>
              <a:rPr lang="es-MX" dirty="0"/>
              <a:t>Resolver de inmediato si algo falla (ninguna integración rota debe quedar pendiente).</a:t>
            </a:r>
          </a:p>
          <a:p>
            <a:pPr lvl="1"/>
            <a:r>
              <a:rPr lang="es-MX" dirty="0"/>
              <a:t>Asegurarse de que el sistema siempre esté en un estado ejecutable.</a:t>
            </a:r>
          </a:p>
          <a:p>
            <a:r>
              <a:rPr lang="es-MX" dirty="0"/>
              <a:t>En XP, </a:t>
            </a:r>
            <a:r>
              <a:rPr lang="es-MX" b="1" dirty="0"/>
              <a:t>ningún desarrollador se va a casa con el sistema roto</a:t>
            </a:r>
            <a:r>
              <a:rPr lang="es-MX" dirty="0"/>
              <a:t>: si la integración falla, se detiene todo hasta que vuelva a funcionar.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36129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83307-D76F-1C59-494F-8CB189C0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Reglas básicas y herramientas para la integración continua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C5713C-D3E2-DA84-B7B7-005101DCA6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546426"/>
            <a:ext cx="6458673" cy="5184775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s-MX" dirty="0"/>
              <a:t>Según Kent Beck y los principios originales de XP:</a:t>
            </a:r>
          </a:p>
          <a:p>
            <a:pPr lvl="1"/>
            <a:r>
              <a:rPr lang="es-MX" dirty="0"/>
              <a:t>Integrar al menos una vez al día.</a:t>
            </a:r>
          </a:p>
          <a:p>
            <a:pPr lvl="1"/>
            <a:r>
              <a:rPr lang="es-MX" dirty="0"/>
              <a:t>Nunca integrar código que no compila.</a:t>
            </a:r>
          </a:p>
          <a:p>
            <a:pPr lvl="1"/>
            <a:r>
              <a:rPr lang="es-MX" dirty="0"/>
              <a:t>Ejecutar todas las pruebas después de integrar.</a:t>
            </a:r>
          </a:p>
          <a:p>
            <a:pPr lvl="1"/>
            <a:r>
              <a:rPr lang="es-MX" dirty="0"/>
              <a:t>Corregir cualquier error de integración inmediatamente.</a:t>
            </a:r>
          </a:p>
          <a:p>
            <a:pPr lvl="1"/>
            <a:r>
              <a:rPr lang="es-MX" dirty="0"/>
              <a:t>Mantener una copia del sistema que siempre funcione.</a:t>
            </a:r>
          </a:p>
          <a:p>
            <a:r>
              <a:rPr lang="es-MX" dirty="0"/>
              <a:t>Estas reglas se aplican tanto en entornos pequeños (por ejemplo, un solo servidor y scripts de prueba) como en proyectos grandes con herramientas automatizadas (por ejemplo, Jenkins, GitHub </a:t>
            </a:r>
            <a:r>
              <a:rPr lang="es-MX" dirty="0" err="1"/>
              <a:t>Actions</a:t>
            </a:r>
            <a:r>
              <a:rPr lang="es-MX" dirty="0"/>
              <a:t>, </a:t>
            </a:r>
            <a:r>
              <a:rPr lang="es-MX" dirty="0" err="1"/>
              <a:t>GitLab</a:t>
            </a:r>
            <a:r>
              <a:rPr lang="es-MX" dirty="0"/>
              <a:t> CI/CD).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B1032E-2ABF-5F52-E281-34F692EFAA73}"/>
              </a:ext>
            </a:extLst>
          </p:cNvPr>
          <p:cNvSpPr txBox="1"/>
          <p:nvPr/>
        </p:nvSpPr>
        <p:spPr>
          <a:xfrm>
            <a:off x="6728749" y="1963115"/>
            <a:ext cx="53127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Aunque XP nació antes de muchas herramientas modernas, hoy se usan ampliamente para implementar CI: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Git / GitHub / </a:t>
            </a:r>
            <a:r>
              <a:rPr lang="es-MX" sz="2000" b="1" dirty="0" err="1"/>
              <a:t>GitLab</a:t>
            </a:r>
            <a:r>
              <a:rPr lang="es-MX" sz="2000" b="1" dirty="0"/>
              <a:t> / </a:t>
            </a:r>
            <a:r>
              <a:rPr lang="es-MX" sz="2000" b="1" dirty="0" err="1"/>
              <a:t>Bitbucket</a:t>
            </a:r>
            <a:r>
              <a:rPr lang="es-MX" sz="2000" dirty="0"/>
              <a:t>: Control de versiones y </a:t>
            </a:r>
            <a:r>
              <a:rPr lang="es-MX" sz="2000" dirty="0" err="1"/>
              <a:t>commits</a:t>
            </a:r>
            <a:r>
              <a:rPr lang="es-MX" sz="2000" dirty="0"/>
              <a:t> frecuentes.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Jenkins, Travis CI, </a:t>
            </a:r>
            <a:r>
              <a:rPr lang="es-MX" sz="2000" b="1" dirty="0" err="1"/>
              <a:t>CircleCI</a:t>
            </a:r>
            <a:r>
              <a:rPr lang="es-MX" sz="2000" b="1" dirty="0"/>
              <a:t>, GitHub </a:t>
            </a:r>
            <a:r>
              <a:rPr lang="es-MX" sz="2000" b="1" dirty="0" err="1"/>
              <a:t>Actions</a:t>
            </a:r>
            <a:r>
              <a:rPr lang="es-MX" sz="2000" dirty="0"/>
              <a:t>: Automatización de compilación y ejecución de pruebas.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 err="1"/>
              <a:t>JUnit</a:t>
            </a:r>
            <a:r>
              <a:rPr lang="es-MX" sz="2000" b="1" dirty="0"/>
              <a:t>, </a:t>
            </a:r>
            <a:r>
              <a:rPr lang="es-MX" sz="2000" b="1" dirty="0" err="1"/>
              <a:t>PyTest</a:t>
            </a:r>
            <a:r>
              <a:rPr lang="es-MX" sz="2000" b="1" dirty="0"/>
              <a:t>, </a:t>
            </a:r>
            <a:r>
              <a:rPr lang="es-MX" sz="2000" b="1" dirty="0" err="1"/>
              <a:t>NUnit</a:t>
            </a:r>
            <a:r>
              <a:rPr lang="es-MX" sz="2000" b="1" dirty="0"/>
              <a:t>, Mocha</a:t>
            </a:r>
            <a:r>
              <a:rPr lang="es-MX" sz="2000" dirty="0"/>
              <a:t>: </a:t>
            </a:r>
            <a:r>
              <a:rPr lang="es-MX" sz="2000" dirty="0" err="1"/>
              <a:t>Frameworks</a:t>
            </a:r>
            <a:r>
              <a:rPr lang="es-MX" sz="2000" dirty="0"/>
              <a:t> de pruebas unitarias.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2000" b="1" dirty="0"/>
              <a:t>Docker / Virtual </a:t>
            </a:r>
            <a:r>
              <a:rPr lang="es-MX" sz="2000" b="1" dirty="0" err="1"/>
              <a:t>environments</a:t>
            </a:r>
            <a:r>
              <a:rPr lang="es-MX" sz="2000" dirty="0"/>
              <a:t>: Ambientes estables para integrar y probar.</a:t>
            </a:r>
          </a:p>
        </p:txBody>
      </p:sp>
    </p:spTree>
    <p:extLst>
      <p:ext uri="{BB962C8B-B14F-4D97-AF65-F5344CB8AC3E}">
        <p14:creationId xmlns:p14="http://schemas.microsoft.com/office/powerpoint/2010/main" val="1720539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3711C-A482-AE5D-0E3D-F633FA9A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Refactorización sin piedad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2DB675-B9DD-8400-BC41-B996137301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8344" y="1581150"/>
            <a:ext cx="11887199" cy="5184775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La </a:t>
            </a:r>
            <a:r>
              <a:rPr lang="es-MX" sz="1800" b="1" dirty="0"/>
              <a:t>refactorización sin piedad</a:t>
            </a:r>
            <a:r>
              <a:rPr lang="es-MX" sz="1800" dirty="0"/>
              <a:t> (</a:t>
            </a:r>
            <a:r>
              <a:rPr lang="es-MX" sz="1800" i="1" dirty="0" err="1"/>
              <a:t>Refactor</a:t>
            </a:r>
            <a:r>
              <a:rPr lang="es-MX" sz="1800" i="1" dirty="0"/>
              <a:t> </a:t>
            </a:r>
            <a:r>
              <a:rPr lang="es-MX" sz="1800" i="1" dirty="0" err="1"/>
              <a:t>Mercilessly</a:t>
            </a:r>
            <a:r>
              <a:rPr lang="es-MX" sz="1800" dirty="0"/>
              <a:t>) es una práctica técnica que consiste en </a:t>
            </a:r>
            <a:r>
              <a:rPr lang="es-MX" sz="1800" b="1" dirty="0"/>
              <a:t>mejorar continuamente el diseño interno del código sin alterar su comportamiento externo</a:t>
            </a:r>
            <a:r>
              <a:rPr lang="es-MX" sz="1800" dirty="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b="1" dirty="0"/>
              <a:t>Objetivo</a:t>
            </a:r>
            <a:r>
              <a:rPr lang="es-MX" sz="1800" dirty="0"/>
              <a:t>: mantener el código limpio, simple, entendible y flexible, incluso si eso implica cambiarlo con frecuencia.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b="1" dirty="0"/>
              <a:t>Refactorizar</a:t>
            </a:r>
            <a:r>
              <a:rPr lang="es-MX" sz="1800" dirty="0"/>
              <a:t>: C</a:t>
            </a:r>
            <a:r>
              <a:rPr lang="es-MX" sz="1800" i="1" dirty="0"/>
              <a:t>ambiar la estructura del código para hacerlo más simple y mantener su comportamiento igual. </a:t>
            </a:r>
            <a:r>
              <a:rPr lang="es-MX" sz="1800" dirty="0"/>
              <a:t>(Kent Beck, 2000)</a:t>
            </a:r>
            <a:br>
              <a:rPr lang="es-MX" sz="1800" dirty="0"/>
            </a:br>
            <a:r>
              <a:rPr lang="es-MX" sz="1800" dirty="0"/>
              <a:t>El calificativo </a:t>
            </a:r>
            <a:r>
              <a:rPr lang="es-MX" sz="1800" b="1" dirty="0"/>
              <a:t>“sin piedad”</a:t>
            </a:r>
            <a:r>
              <a:rPr lang="es-MX" sz="1800" dirty="0"/>
              <a:t> enfatiza que no se deben posponer mejoras por miedo o comodidad: el código debe limpiarse y simplificarse siempre que sea necesario.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b="1" dirty="0"/>
              <a:t>Sin piedad</a:t>
            </a:r>
            <a:r>
              <a:rPr lang="es-MX" sz="1800" dirty="0"/>
              <a:t>: no implica actuar sin cuidado, sino no tener miedo a modificar el código cuando se identifica una mejora posible.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El programador XP debe tener el coraje (uno de los valores centrales de XP) de: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Eliminar duplicaciones.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Cambiar estructuras confusas.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Mejorar nombres de variables, clases y métodos.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Simplificar diseños innecesariamente complejos.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Dividir funciones o clases demasiado grandes.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Y hacerlo inmediatamente, sin esperar a una gran reestructuración futura.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sz="1800" dirty="0"/>
              <a:t>En XP, el diseño del sistema emerge de la refactorización continua, no de un diseño fijo al inicio del proyecto.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4151281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A29F8-AA3F-2866-91F0-8B136CEAE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Ciclo de refactorización dentro de XP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1E53FF-3164-84AC-C2C0-4958F65229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18683" y="1492247"/>
            <a:ext cx="4425591" cy="5184775"/>
          </a:xfrm>
        </p:spPr>
        <p:txBody>
          <a:bodyPr>
            <a:normAutofit fontScale="77500" lnSpcReduction="20000"/>
          </a:bodyPr>
          <a:lstStyle/>
          <a:p>
            <a:r>
              <a:rPr lang="es-MX" sz="2600" dirty="0"/>
              <a:t>La refactorización forma parte del flujo diario del programador XP, y se integra con </a:t>
            </a:r>
            <a:r>
              <a:rPr lang="es-MX" sz="2600" b="1" dirty="0"/>
              <a:t>TDD (Test </a:t>
            </a:r>
            <a:r>
              <a:rPr lang="es-MX" sz="2600" b="1" dirty="0" err="1"/>
              <a:t>Driven</a:t>
            </a:r>
            <a:r>
              <a:rPr lang="es-MX" sz="2600" b="1" dirty="0"/>
              <a:t> </a:t>
            </a:r>
            <a:r>
              <a:rPr lang="es-MX" sz="2600" b="1" dirty="0" err="1"/>
              <a:t>Development</a:t>
            </a:r>
            <a:r>
              <a:rPr lang="es-MX" sz="2600" b="1" dirty="0"/>
              <a:t>)</a:t>
            </a:r>
            <a:r>
              <a:rPr lang="es-MX" sz="2600" dirty="0"/>
              <a:t> y </a:t>
            </a:r>
            <a:r>
              <a:rPr lang="es-MX" sz="2600" b="1" dirty="0"/>
              <a:t>Integración Continua (CI)</a:t>
            </a:r>
            <a:r>
              <a:rPr lang="es-MX" sz="2600" dirty="0"/>
              <a:t>.</a:t>
            </a:r>
          </a:p>
          <a:p>
            <a:r>
              <a:rPr lang="es-MX" sz="2600" b="1" dirty="0"/>
              <a:t>Flujo típico:</a:t>
            </a:r>
          </a:p>
          <a:p>
            <a:pPr lvl="1"/>
            <a:r>
              <a:rPr lang="es-MX" sz="2600" dirty="0"/>
              <a:t>Escribir una prueba (TDD - Rojo).</a:t>
            </a:r>
          </a:p>
          <a:p>
            <a:pPr lvl="1"/>
            <a:r>
              <a:rPr lang="es-MX" sz="2600" dirty="0"/>
              <a:t>Escribir el código mínimo que la hace pasar (Verde).</a:t>
            </a:r>
          </a:p>
          <a:p>
            <a:pPr lvl="1"/>
            <a:r>
              <a:rPr lang="es-MX" sz="2600" dirty="0"/>
              <a:t>Refactorizar el código (Mejorarlo sin romper nada).</a:t>
            </a:r>
          </a:p>
          <a:p>
            <a:pPr lvl="1"/>
            <a:r>
              <a:rPr lang="es-MX" sz="2600" dirty="0"/>
              <a:t>Ejecutar las pruebas nuevamente para asegurarse de que el comportamiento sigue siendo el mismo.</a:t>
            </a:r>
          </a:p>
          <a:p>
            <a:pPr lvl="1"/>
            <a:r>
              <a:rPr lang="es-MX" sz="2600" dirty="0"/>
              <a:t>Integrar el cambio (CI) y compartirlo con el equipo.</a:t>
            </a:r>
          </a:p>
          <a:p>
            <a:r>
              <a:rPr lang="es-MX" sz="2600" dirty="0"/>
              <a:t>De esta forma, las </a:t>
            </a:r>
            <a:r>
              <a:rPr lang="es-MX" sz="2600" b="1" dirty="0"/>
              <a:t>pruebas actúan como una red de seguridad</a:t>
            </a:r>
            <a:r>
              <a:rPr lang="es-MX" sz="2600" dirty="0"/>
              <a:t>: permiten refactorizar “sin miedo” porque cualquier error será detectado inmediatamente.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489C15-026E-2839-6C5F-7C68F72C8100}"/>
              </a:ext>
            </a:extLst>
          </p:cNvPr>
          <p:cNvSpPr txBox="1"/>
          <p:nvPr/>
        </p:nvSpPr>
        <p:spPr>
          <a:xfrm>
            <a:off x="7363223" y="1492247"/>
            <a:ext cx="482877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dirty="0"/>
              <a:t>Martin </a:t>
            </a:r>
            <a:r>
              <a:rPr lang="es-MX" sz="2000" dirty="0" err="1"/>
              <a:t>Fowler</a:t>
            </a:r>
            <a:r>
              <a:rPr lang="es-MX" sz="2000" dirty="0"/>
              <a:t> (2000), colaborador de Kent Beck, identificó señales comunes llamadas </a:t>
            </a:r>
            <a:r>
              <a:rPr lang="es-MX" sz="2000" b="1" dirty="0"/>
              <a:t>“</a:t>
            </a:r>
            <a:r>
              <a:rPr lang="es-MX" sz="2000" b="1" dirty="0" err="1"/>
              <a:t>Code</a:t>
            </a:r>
            <a:r>
              <a:rPr lang="es-MX" sz="2000" b="1" dirty="0"/>
              <a:t> </a:t>
            </a:r>
            <a:r>
              <a:rPr lang="es-MX" sz="2000" b="1" dirty="0" err="1"/>
              <a:t>Smells</a:t>
            </a:r>
            <a:r>
              <a:rPr lang="es-MX" sz="2000" b="1" dirty="0"/>
              <a:t>” (malos olores del código)</a:t>
            </a:r>
            <a:r>
              <a:rPr lang="es-MX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Código duplicado.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Métodos o clases demasiado grandes.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Nombres confusos.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Dependencias circulares.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Funciones que hacen más de una cosa.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Excesiva complejidad o condiciones anidadas.</a:t>
            </a:r>
          </a:p>
          <a:p>
            <a:pPr>
              <a:buNone/>
            </a:pPr>
            <a:r>
              <a:rPr lang="es-MX" sz="2000" dirty="0"/>
              <a:t>En XP, los desarrolladores </a:t>
            </a:r>
            <a:r>
              <a:rPr lang="es-MX" sz="2000" b="1" dirty="0"/>
              <a:t>no ignoran estos síntomas</a:t>
            </a:r>
            <a:r>
              <a:rPr lang="es-MX" sz="2000" dirty="0"/>
              <a:t>; los corrigen tan pronto como los detectan.</a:t>
            </a:r>
          </a:p>
        </p:txBody>
      </p:sp>
    </p:spTree>
    <p:extLst>
      <p:ext uri="{BB962C8B-B14F-4D97-AF65-F5344CB8AC3E}">
        <p14:creationId xmlns:p14="http://schemas.microsoft.com/office/powerpoint/2010/main" val="140075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5FFEE-BB33-266E-3118-020002D4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981"/>
            <a:ext cx="5953449" cy="1030360"/>
          </a:xfrm>
        </p:spPr>
        <p:txBody>
          <a:bodyPr>
            <a:normAutofit fontScale="90000"/>
          </a:bodyPr>
          <a:lstStyle/>
          <a:p>
            <a:r>
              <a:rPr lang="es-MX" dirty="0"/>
              <a:t>Estrategias comunes de refactorización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6562A48-B12B-DBC1-10D4-B2E4EACD8759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66294290"/>
              </p:ext>
            </p:extLst>
          </p:nvPr>
        </p:nvGraphicFramePr>
        <p:xfrm>
          <a:off x="0" y="1580322"/>
          <a:ext cx="5359078" cy="4589284"/>
        </p:xfrm>
        <a:graphic>
          <a:graphicData uri="http://schemas.openxmlformats.org/drawingml/2006/table">
            <a:tbl>
              <a:tblPr/>
              <a:tblGrid>
                <a:gridCol w="2472511">
                  <a:extLst>
                    <a:ext uri="{9D8B030D-6E8A-4147-A177-3AD203B41FA5}">
                      <a16:colId xmlns:a16="http://schemas.microsoft.com/office/drawing/2014/main" val="3880578194"/>
                    </a:ext>
                  </a:extLst>
                </a:gridCol>
                <a:gridCol w="2886567">
                  <a:extLst>
                    <a:ext uri="{9D8B030D-6E8A-4147-A177-3AD203B41FA5}">
                      <a16:colId xmlns:a16="http://schemas.microsoft.com/office/drawing/2014/main" val="3294376881"/>
                    </a:ext>
                  </a:extLst>
                </a:gridCol>
              </a:tblGrid>
              <a:tr h="3483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/>
                        <a:t>Técnica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1700" b="1" dirty="0"/>
                        <a:t>Descripción breve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277890"/>
                  </a:ext>
                </a:extLst>
              </a:tr>
              <a:tr h="34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Rename Method / Variable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Dar nombres más claros y expresivos.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956182"/>
                  </a:ext>
                </a:extLst>
              </a:tr>
              <a:tr h="609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Extract Method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Separar partes de un método largo en funciones pequeñas.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394429"/>
                  </a:ext>
                </a:extLst>
              </a:tr>
              <a:tr h="34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Inline Method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Eliminar métodos innecesarios o simplificar llamadas.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307545"/>
                  </a:ext>
                </a:extLst>
              </a:tr>
              <a:tr h="34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Replace Temp with Query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Sustituir variables temporales con funciones.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37929"/>
                  </a:ext>
                </a:extLst>
              </a:tr>
              <a:tr h="34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Move Method / Field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Reubicar elementos a clases más apropiadas.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813049"/>
                  </a:ext>
                </a:extLst>
              </a:tr>
              <a:tr h="34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Simplify Conditional Expressions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/>
                        <a:t>Usar estructuras más claras y directas.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88926"/>
                  </a:ext>
                </a:extLst>
              </a:tr>
              <a:tr h="34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b="1"/>
                        <a:t>Remove Duplicated Code</a:t>
                      </a:r>
                      <a:endParaRPr lang="es-MX" sz="1700"/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700" dirty="0"/>
                        <a:t>Extraer código repetido a funciones comunes.</a:t>
                      </a:r>
                    </a:p>
                  </a:txBody>
                  <a:tcPr marL="87078" marR="87078" marT="43539" marB="43539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53318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72D46152-B2B5-2582-8C13-D07D0E5021D6}"/>
              </a:ext>
            </a:extLst>
          </p:cNvPr>
          <p:cNvSpPr txBox="1"/>
          <p:nvPr/>
        </p:nvSpPr>
        <p:spPr>
          <a:xfrm>
            <a:off x="5671594" y="23150"/>
            <a:ext cx="6501114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Código inicial (duplicado y poco claro):</a:t>
            </a:r>
          </a:p>
          <a:p>
            <a:pPr rtl="0">
              <a:buNone/>
            </a:pPr>
            <a:r>
              <a:rPr lang="es-MX" dirty="0" err="1">
                <a:latin typeface="Courier New" panose="02070309020205020404" pitchFamily="49" charset="0"/>
              </a:rPr>
              <a:t>def</a:t>
            </a:r>
            <a:r>
              <a:rPr lang="es-MX" dirty="0">
                <a:latin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</a:rPr>
              <a:t>calcular_area_rectangulo</a:t>
            </a:r>
            <a:r>
              <a:rPr lang="es-MX" dirty="0">
                <a:latin typeface="Courier New" panose="02070309020205020404" pitchFamily="49" charset="0"/>
              </a:rPr>
              <a:t>(base, altura):</a:t>
            </a:r>
          </a:p>
          <a:p>
            <a:pPr rtl="0">
              <a:buNone/>
            </a:pPr>
            <a:r>
              <a:rPr lang="es-MX" dirty="0">
                <a:latin typeface="Courier New" panose="02070309020205020404" pitchFamily="49" charset="0"/>
              </a:rPr>
              <a:t>    </a:t>
            </a:r>
            <a:r>
              <a:rPr lang="es-MX" dirty="0" err="1">
                <a:latin typeface="Courier New" panose="02070309020205020404" pitchFamily="49" charset="0"/>
              </a:rPr>
              <a:t>return</a:t>
            </a:r>
            <a:r>
              <a:rPr lang="es-MX" dirty="0">
                <a:latin typeface="Courier New" panose="02070309020205020404" pitchFamily="49" charset="0"/>
              </a:rPr>
              <a:t> base * altura</a:t>
            </a:r>
          </a:p>
          <a:p>
            <a:pPr rtl="0">
              <a:buNone/>
            </a:pPr>
            <a:endParaRPr lang="es-MX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s-MX" dirty="0" err="1">
                <a:latin typeface="Courier New" panose="02070309020205020404" pitchFamily="49" charset="0"/>
              </a:rPr>
              <a:t>def</a:t>
            </a:r>
            <a:r>
              <a:rPr lang="es-MX" dirty="0">
                <a:latin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</a:rPr>
              <a:t>calcular_area_cuadrado</a:t>
            </a:r>
            <a:r>
              <a:rPr lang="es-MX" dirty="0">
                <a:latin typeface="Courier New" panose="02070309020205020404" pitchFamily="49" charset="0"/>
              </a:rPr>
              <a:t>(lado):</a:t>
            </a:r>
          </a:p>
          <a:p>
            <a:pPr rtl="0">
              <a:buNone/>
            </a:pPr>
            <a:r>
              <a:rPr lang="es-MX" dirty="0">
                <a:latin typeface="Courier New" panose="02070309020205020404" pitchFamily="49" charset="0"/>
              </a:rPr>
              <a:t>    </a:t>
            </a:r>
            <a:r>
              <a:rPr lang="es-MX" dirty="0" err="1">
                <a:latin typeface="Courier New" panose="02070309020205020404" pitchFamily="49" charset="0"/>
              </a:rPr>
              <a:t>return</a:t>
            </a:r>
            <a:r>
              <a:rPr lang="es-MX" dirty="0">
                <a:latin typeface="Courier New" panose="02070309020205020404" pitchFamily="49" charset="0"/>
              </a:rPr>
              <a:t> lado * lado</a:t>
            </a:r>
          </a:p>
          <a:p>
            <a:pPr>
              <a:buNone/>
            </a:pPr>
            <a:r>
              <a:rPr lang="es-MX" b="1" dirty="0"/>
              <a:t>Refactorización:</a:t>
            </a:r>
          </a:p>
          <a:p>
            <a:pPr rtl="0">
              <a:buNone/>
            </a:pPr>
            <a:r>
              <a:rPr lang="es-MX" dirty="0" err="1">
                <a:latin typeface="Courier New" panose="02070309020205020404" pitchFamily="49" charset="0"/>
              </a:rPr>
              <a:t>def</a:t>
            </a:r>
            <a:r>
              <a:rPr lang="es-MX" dirty="0">
                <a:latin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</a:rPr>
              <a:t>calcular_area</a:t>
            </a:r>
            <a:r>
              <a:rPr lang="es-MX" dirty="0">
                <a:latin typeface="Courier New" panose="02070309020205020404" pitchFamily="49" charset="0"/>
              </a:rPr>
              <a:t>(base, altura=</a:t>
            </a:r>
            <a:r>
              <a:rPr lang="es-MX" dirty="0" err="1">
                <a:latin typeface="Courier New" panose="02070309020205020404" pitchFamily="49" charset="0"/>
              </a:rPr>
              <a:t>None</a:t>
            </a:r>
            <a:r>
              <a:rPr lang="es-MX" dirty="0">
                <a:latin typeface="Courier New" panose="02070309020205020404" pitchFamily="49" charset="0"/>
              </a:rPr>
              <a:t>):</a:t>
            </a:r>
          </a:p>
          <a:p>
            <a:pPr rtl="0">
              <a:buNone/>
            </a:pPr>
            <a:r>
              <a:rPr lang="es-MX" dirty="0">
                <a:latin typeface="Courier New" panose="02070309020205020404" pitchFamily="49" charset="0"/>
              </a:rPr>
              <a:t>    </a:t>
            </a:r>
            <a:r>
              <a:rPr lang="es-MX" dirty="0" err="1">
                <a:latin typeface="Courier New" panose="02070309020205020404" pitchFamily="49" charset="0"/>
              </a:rPr>
              <a:t>if</a:t>
            </a:r>
            <a:r>
              <a:rPr lang="es-MX" dirty="0">
                <a:latin typeface="Courier New" panose="02070309020205020404" pitchFamily="49" charset="0"/>
              </a:rPr>
              <a:t> altura </a:t>
            </a:r>
            <a:r>
              <a:rPr lang="es-MX" dirty="0" err="1">
                <a:latin typeface="Courier New" panose="02070309020205020404" pitchFamily="49" charset="0"/>
              </a:rPr>
              <a:t>is</a:t>
            </a:r>
            <a:r>
              <a:rPr lang="es-MX" dirty="0">
                <a:latin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</a:rPr>
              <a:t>None</a:t>
            </a:r>
            <a:r>
              <a:rPr lang="es-MX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s-MX" dirty="0">
                <a:latin typeface="Courier New" panose="02070309020205020404" pitchFamily="49" charset="0"/>
              </a:rPr>
              <a:t>        altura = base</a:t>
            </a:r>
          </a:p>
          <a:p>
            <a:pPr rtl="0">
              <a:buNone/>
            </a:pPr>
            <a:r>
              <a:rPr lang="es-MX" dirty="0">
                <a:latin typeface="Courier New" panose="02070309020205020404" pitchFamily="49" charset="0"/>
              </a:rPr>
              <a:t>    </a:t>
            </a:r>
            <a:r>
              <a:rPr lang="es-MX" dirty="0" err="1">
                <a:latin typeface="Courier New" panose="02070309020205020404" pitchFamily="49" charset="0"/>
              </a:rPr>
              <a:t>return</a:t>
            </a:r>
            <a:r>
              <a:rPr lang="es-MX" dirty="0">
                <a:latin typeface="Courier New" panose="02070309020205020404" pitchFamily="49" charset="0"/>
              </a:rPr>
              <a:t> base * altura</a:t>
            </a:r>
          </a:p>
          <a:p>
            <a:pPr>
              <a:buNone/>
            </a:pPr>
            <a:r>
              <a:rPr lang="es-MX" dirty="0"/>
              <a:t>Se elimina duplicación y se mejora la legibilidad sin alterar el comportamiento.</a:t>
            </a:r>
          </a:p>
          <a:p>
            <a:pPr>
              <a:buNone/>
            </a:pPr>
            <a:r>
              <a:rPr lang="es-MX" dirty="0"/>
              <a:t>Todas las pruebas siguen pasando por tanto la refactorización es exitosa.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0BE831-AA94-EDB6-0A40-1709CBE3B165}"/>
              </a:ext>
            </a:extLst>
          </p:cNvPr>
          <p:cNvSpPr txBox="1"/>
          <p:nvPr/>
        </p:nvSpPr>
        <p:spPr>
          <a:xfrm>
            <a:off x="5673525" y="4247317"/>
            <a:ext cx="65069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Riesgos y malas prácticas a evitar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Refactorizar sin pruebas automatizadas: peligro de romper funcionalidades sin detectarlo.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Refactorizar por estética sin propósito claro.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Hacer cambios demasiado grandes de una sola vez.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No comunicar refactorizaciones importantes al equipo.</a:t>
            </a:r>
          </a:p>
          <a:p>
            <a:pPr>
              <a:buNone/>
            </a:pPr>
            <a:r>
              <a:rPr lang="es-MX" b="1" dirty="0"/>
              <a:t>Buena práctica XP: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Refactoriza pequeños pasos frecuentes, no grandes reescrituras esporádicas.</a:t>
            </a:r>
          </a:p>
        </p:txBody>
      </p:sp>
    </p:spTree>
    <p:extLst>
      <p:ext uri="{BB962C8B-B14F-4D97-AF65-F5344CB8AC3E}">
        <p14:creationId xmlns:p14="http://schemas.microsoft.com/office/powerpoint/2010/main" val="2920168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9A14F-DDD5-83F0-8964-D2554CF9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Lanzamientos Pequeños (Small </a:t>
            </a:r>
            <a:r>
              <a:rPr lang="es-MX" dirty="0" err="1"/>
              <a:t>Releases</a:t>
            </a:r>
            <a:r>
              <a:rPr lang="es-MX" dirty="0"/>
              <a:t>) / Entrega Continua (</a:t>
            </a:r>
            <a:r>
              <a:rPr lang="es-MX" dirty="0" err="1"/>
              <a:t>Continuous</a:t>
            </a:r>
            <a:r>
              <a:rPr lang="es-MX" dirty="0"/>
              <a:t> </a:t>
            </a:r>
            <a:r>
              <a:rPr lang="es-MX" dirty="0" err="1"/>
              <a:t>Delivery</a:t>
            </a:r>
            <a:r>
              <a:rPr lang="es-MX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C5DDE-070A-4858-4CE8-F0998A2C8D0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5370" y="1581150"/>
            <a:ext cx="10421277" cy="5184775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En </a:t>
            </a:r>
            <a:r>
              <a:rPr lang="es-MX" b="1" dirty="0"/>
              <a:t>Extreme </a:t>
            </a:r>
            <a:r>
              <a:rPr lang="es-MX" b="1" dirty="0" err="1"/>
              <a:t>Programming</a:t>
            </a:r>
            <a:r>
              <a:rPr lang="es-MX" b="1" dirty="0"/>
              <a:t> (XP)</a:t>
            </a:r>
            <a:r>
              <a:rPr lang="es-MX" dirty="0"/>
              <a:t>, la práctica de </a:t>
            </a:r>
            <a:r>
              <a:rPr lang="es-MX" b="1" dirty="0"/>
              <a:t>Lanzamientos Pequeños (Small </a:t>
            </a:r>
            <a:r>
              <a:rPr lang="es-MX" b="1" dirty="0" err="1"/>
              <a:t>Releases</a:t>
            </a:r>
            <a:r>
              <a:rPr lang="es-MX" b="1" dirty="0"/>
              <a:t>)</a:t>
            </a:r>
            <a:r>
              <a:rPr lang="es-MX" dirty="0"/>
              <a:t> consiste en </a:t>
            </a:r>
            <a:r>
              <a:rPr lang="es-MX" b="1" dirty="0"/>
              <a:t>entregar al cliente versiones funcionales del software con frecuencia</a:t>
            </a:r>
            <a:r>
              <a:rPr lang="es-MX" dirty="0"/>
              <a:t>, en lugar de esperar a un gran lanzamiento final.</a:t>
            </a:r>
          </a:p>
          <a:p>
            <a:r>
              <a:rPr lang="es-MX" dirty="0"/>
              <a:t>Cada versión incluye </a:t>
            </a:r>
            <a:r>
              <a:rPr lang="es-MX" b="1" dirty="0"/>
              <a:t>pequeñas mejoras o nuevas funcionalidades completas</a:t>
            </a:r>
            <a:r>
              <a:rPr lang="es-MX" dirty="0"/>
              <a:t>, probadas y listas para usarse.</a:t>
            </a:r>
            <a:br>
              <a:rPr lang="es-MX" dirty="0"/>
            </a:br>
            <a:r>
              <a:rPr lang="es-MX" dirty="0"/>
              <a:t>Esta práctica se complementa con la </a:t>
            </a:r>
            <a:r>
              <a:rPr lang="es-MX" b="1" dirty="0"/>
              <a:t>Entrega Continua (</a:t>
            </a:r>
            <a:r>
              <a:rPr lang="es-MX" b="1" dirty="0" err="1"/>
              <a:t>Continuous</a:t>
            </a:r>
            <a:r>
              <a:rPr lang="es-MX" b="1" dirty="0"/>
              <a:t> </a:t>
            </a:r>
            <a:r>
              <a:rPr lang="es-MX" b="1" dirty="0" err="1"/>
              <a:t>Delivery</a:t>
            </a:r>
            <a:r>
              <a:rPr lang="es-MX" b="1" dirty="0"/>
              <a:t>)</a:t>
            </a:r>
            <a:r>
              <a:rPr lang="es-MX" dirty="0"/>
              <a:t>, que busca que el software esté </a:t>
            </a:r>
            <a:r>
              <a:rPr lang="es-MX" b="1" dirty="0"/>
              <a:t>siempre en condiciones de ser liberado</a:t>
            </a:r>
            <a:r>
              <a:rPr lang="es-MX" dirty="0"/>
              <a:t> de forma automática y segura.</a:t>
            </a:r>
          </a:p>
          <a:p>
            <a:pPr lvl="1"/>
            <a:r>
              <a:rPr lang="es-MX" dirty="0"/>
              <a:t>Kent Beck (2000) plantea que el software debe estar listo para entregar “tan pronto como el cliente lo necesite”, lo cual se logra mediante pequeños ciclos de desarrollo, pruebas y entrega continua.</a:t>
            </a:r>
          </a:p>
          <a:p>
            <a:r>
              <a:rPr lang="es-MX" dirty="0"/>
              <a:t>El </a:t>
            </a:r>
            <a:r>
              <a:rPr lang="es-MX" b="1" dirty="0"/>
              <a:t>propósito central </a:t>
            </a:r>
            <a:r>
              <a:rPr lang="es-MX" dirty="0"/>
              <a:t>es obtener retroalimentación constante del cliente y del mercado para asegurar que el sistema se mantenga alineado con sus necesidades reales.</a:t>
            </a:r>
          </a:p>
          <a:p>
            <a:r>
              <a:rPr lang="es-MX" b="1" dirty="0"/>
              <a:t>Objetivos específicos:</a:t>
            </a:r>
          </a:p>
          <a:p>
            <a:pPr lvl="1"/>
            <a:r>
              <a:rPr lang="es-MX" dirty="0"/>
              <a:t>Entregar valor real rápidamente.</a:t>
            </a:r>
          </a:p>
          <a:p>
            <a:pPr lvl="1"/>
            <a:r>
              <a:rPr lang="es-MX" dirty="0"/>
              <a:t>Reducir el riesgo de fallas o malas decisiones.</a:t>
            </a:r>
          </a:p>
          <a:p>
            <a:pPr lvl="1"/>
            <a:r>
              <a:rPr lang="es-MX" dirty="0"/>
              <a:t>Detectar y corregir errores antes de que crezcan.</a:t>
            </a:r>
          </a:p>
          <a:p>
            <a:pPr lvl="1"/>
            <a:r>
              <a:rPr lang="es-MX" dirty="0"/>
              <a:t>Mantener motivado al cliente y al equipo con resultados visibles.</a:t>
            </a:r>
          </a:p>
          <a:p>
            <a:pPr lvl="1"/>
            <a:r>
              <a:rPr lang="es-MX" dirty="0"/>
              <a:t>Adaptarse fácilmente a cambios en los requisitos.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9653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F66E-BC63-43B1-61D9-9A0CD3C9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Roles de XP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BEB459-4AAC-C060-C370-660C7241FE6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" y="1718132"/>
            <a:ext cx="12192000" cy="50167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Los roles en XP son flexibles, y a menudo una persona puede desempeñar más de un rol. Son vitales para el funcionamiento de la metodología.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-site </a:t>
            </a: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(Cliente — idealmente en sitio). </a:t>
            </a:r>
            <a:r>
              <a:rPr kumimoji="0" lang="es-MX" altLang="es-MX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epresentante del negocio o usuario experto que define prioridades y aceptación. Se encarga de escribir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stories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definir pruebas de aceptación, priorizar el backlog, participar en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revisar historias terminadas.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gerente de producto que está en la sala con el equipo, decide qué historias entran al próximo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define criterios de aceptación.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(Programador). </a:t>
            </a:r>
            <a:r>
              <a:rPr kumimoji="0" lang="es-MX" altLang="es-MX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esarrolla, diseña, prueba e integra el sistema. XP es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programmer-centric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 encarga de estimar historias, programar (siempre en pares), escribir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(TDD), refactorizar, integrar continuamente y ayudar a definir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aceptación.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 de desarrolladores implementando una historia usando TDD y haciendo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refactor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cada vez que mejora el diseño.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 de Apoyo Manager / Coach / </a:t>
            </a: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Tracker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Tester</a:t>
            </a:r>
            <a:endParaRPr kumimoji="0" lang="es-MX" altLang="es-MX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Coach: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Responsable de la correcta ejecución técnica del proceso (asegura prácticas, ayuda en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refactor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facilita adopción).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Tracker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Recopila métricas (Load Factor,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scores), ayuda a evaluar si iteración/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cumplirá.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Tester</a:t>
            </a: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Apoya en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aceptación y pruebas no automatizables; hoy en XP muchos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unitarios los escribe el programador.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conjunto: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tracker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 que la carga real (load factor) subió; coach propone un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spike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refactor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decide recortar historias. </a:t>
            </a:r>
          </a:p>
        </p:txBody>
      </p:sp>
    </p:spTree>
    <p:extLst>
      <p:ext uri="{BB962C8B-B14F-4D97-AF65-F5344CB8AC3E}">
        <p14:creationId xmlns:p14="http://schemas.microsoft.com/office/powerpoint/2010/main" val="3664133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8F38D-B9FE-6849-60B0-CD92BE3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238853"/>
            <a:ext cx="10013709" cy="743333"/>
          </a:xfrm>
        </p:spPr>
        <p:txBody>
          <a:bodyPr/>
          <a:lstStyle/>
          <a:p>
            <a:r>
              <a:rPr lang="es-MX" dirty="0"/>
              <a:t>Actividades de los Roles de XP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A20D46F-A7DF-FB4A-D7AA-CEBDD896888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71478321"/>
              </p:ext>
            </p:extLst>
          </p:nvPr>
        </p:nvGraphicFramePr>
        <p:xfrm>
          <a:off x="13500" y="982186"/>
          <a:ext cx="12178500" cy="5875814"/>
        </p:xfrm>
        <a:graphic>
          <a:graphicData uri="http://schemas.openxmlformats.org/drawingml/2006/table">
            <a:tbl>
              <a:tblPr/>
              <a:tblGrid>
                <a:gridCol w="1911051">
                  <a:extLst>
                    <a:ext uri="{9D8B030D-6E8A-4147-A177-3AD203B41FA5}">
                      <a16:colId xmlns:a16="http://schemas.microsoft.com/office/drawing/2014/main" val="415413029"/>
                    </a:ext>
                  </a:extLst>
                </a:gridCol>
                <a:gridCol w="3422483">
                  <a:extLst>
                    <a:ext uri="{9D8B030D-6E8A-4147-A177-3AD203B41FA5}">
                      <a16:colId xmlns:a16="http://schemas.microsoft.com/office/drawing/2014/main" val="2305309216"/>
                    </a:ext>
                  </a:extLst>
                </a:gridCol>
                <a:gridCol w="3422483">
                  <a:extLst>
                    <a:ext uri="{9D8B030D-6E8A-4147-A177-3AD203B41FA5}">
                      <a16:colId xmlns:a16="http://schemas.microsoft.com/office/drawing/2014/main" val="3768158146"/>
                    </a:ext>
                  </a:extLst>
                </a:gridCol>
                <a:gridCol w="3422483">
                  <a:extLst>
                    <a:ext uri="{9D8B030D-6E8A-4147-A177-3AD203B41FA5}">
                      <a16:colId xmlns:a16="http://schemas.microsoft.com/office/drawing/2014/main" val="36193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Rol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Definición</a:t>
                      </a:r>
                      <a:endParaRPr lang="es-MX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Actividades Principales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 de Actividad</a:t>
                      </a:r>
                      <a:endParaRPr lang="es-MX" sz="14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40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Cliente (Customer)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 el representante del usuario final y el dueño del producto. Asiste al equipo a tiempo completo.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Escribir y priorizar las </a:t>
                      </a: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Historias de Usuario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Definir y ejecutar las </a:t>
                      </a: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Pruebas de Aceptación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 Decidir el alcance de cada </a:t>
                      </a:r>
                      <a:r>
                        <a:rPr lang="es-MX" sz="14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Release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Ejemplo:</a:t>
                      </a: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En una aplicación bancaria, decide que "Como Cliente, quiero poder ver mi saldo actual al iniciar sesión" es la prioridad más alta para el próximo mes.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014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Programador (Programmer / Developer)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Escribe el código del sistema y las pruebas unitarias. Trabaja siempre en parejas.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Estimar el costo de las Historias de Usuario. Implementar el código y refactorizarlo constantemente.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Ejemplo: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Junto a su pareja, escribe primero la prueba unitaria para la funcionalidad de cálculo de impuestos y luego el código mínimo para que esa prueba pase.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82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Gestor (Manager / Big Boss)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 el responsable de obtener los recursos necesarios y coordinar el proyecto a nivel organizacional.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Proporcionar el espacio de trabajo adecuado y las herramientas. Proteger al equipo de distracciones externas.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Ejemplo: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Se asegura de que el equipo de desarrollo y el cliente tengan una sala de reuniones con una pizarra grande disponible para el "Juego de Planificación".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712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Probador (Tester)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Apoya al cliente en la creación de las </a:t>
                      </a: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Pruebas de Aceptación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(funcionales) y es responsable de la ejecución regular de las pruebas.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Ayudar a traducir las Historias de Usuario en escenarios de prueba detallados. Mantener las herramientas de prueba.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Ejemplo: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Colabora con el Cliente para escribir un caso de prueba que verifique que el sistema aplica un descuento del 10% si el monto total supera los $100.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Rastreador (Tracker)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 responsable de monitorizar el progreso del proyecto, comparando las estimaciones iniciales con el tiempo real consumido.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Medir la </a:t>
                      </a: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Velocidad del Proyecto</a:t>
                      </a: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(cuánto trabajo puede hacer el equipo por iteración). Comunicar los resultados al equipo.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Ejemplo:</a:t>
                      </a: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Registra que, en las últimas tres iteraciones, el equipo ha completado un promedio de 25 "puntos de historia" de trabajo, lo cual será la base para la próxima planificación.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29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Coach (Entrenador)</a:t>
                      </a:r>
                      <a:endParaRPr lang="es-MX" sz="14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 el experto en XP. Guía al equipo en la aplicación correcta de las prácticas y valores de la metodología.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Observar las interacciones del equipo. Sugerir ajustes en el proceso o en las prácticas.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4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Ejemplo:</a:t>
                      </a: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Nota que los programadores están dejando de hacer programación en parejas y les recuerda la importancia de la comunicación y el </a:t>
                      </a:r>
                      <a:r>
                        <a:rPr lang="es-MX" sz="1400" i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feedback</a:t>
                      </a:r>
                      <a:r>
                        <a:rPr lang="es-MX" sz="14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inmediato.</a:t>
                      </a:r>
                    </a:p>
                  </a:txBody>
                  <a:tcPr marL="35191" marR="35191" marT="23461" marB="23461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96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9040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38A5E-9192-D514-85B1-7DB99E34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Etapas de XP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48868D3-488A-7F3B-148A-8063ED42D7E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49522199"/>
              </p:ext>
            </p:extLst>
          </p:nvPr>
        </p:nvGraphicFramePr>
        <p:xfrm>
          <a:off x="1234171" y="1631185"/>
          <a:ext cx="7863530" cy="5085744"/>
        </p:xfrm>
        <a:graphic>
          <a:graphicData uri="http://schemas.openxmlformats.org/drawingml/2006/table">
            <a:tbl>
              <a:tblPr/>
              <a:tblGrid>
                <a:gridCol w="2457452">
                  <a:extLst>
                    <a:ext uri="{9D8B030D-6E8A-4147-A177-3AD203B41FA5}">
                      <a16:colId xmlns:a16="http://schemas.microsoft.com/office/drawing/2014/main" val="442552597"/>
                    </a:ext>
                  </a:extLst>
                </a:gridCol>
                <a:gridCol w="5406078">
                  <a:extLst>
                    <a:ext uri="{9D8B030D-6E8A-4147-A177-3AD203B41FA5}">
                      <a16:colId xmlns:a16="http://schemas.microsoft.com/office/drawing/2014/main" val="119021410"/>
                    </a:ext>
                  </a:extLst>
                </a:gridCol>
              </a:tblGrid>
              <a:tr h="37733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Etapa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Objetivo Principal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410694"/>
                  </a:ext>
                </a:extLst>
              </a:tr>
              <a:tr h="89980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 Planificación (Planning)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Determinar el alcance general y planificar las funcionalidades de la próxima entrega (Release) e iteración.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89950"/>
                  </a:ext>
                </a:extLst>
              </a:tr>
              <a:tr h="638571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 Diseño (Designing)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enfoca en crear el diseño más simple posible para implementar las funcionalidades de la iteración.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076993"/>
                  </a:ext>
                </a:extLst>
              </a:tr>
              <a:tr h="89980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 Implementación (Coding)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Escribir y probar el código de las funcionalidades planificadas, utilizando prácticas como la Programación en Parejas y la Integración Continua.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0313"/>
                  </a:ext>
                </a:extLst>
              </a:tr>
              <a:tr h="1161038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 Pruebas (Testing)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Asegurar que el código no solo funcione según lo esperado por el programador (Pruebas Unitarias), sino también que satisfaga los requisitos del cliente (Pruebas de Aceptación).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174681"/>
                  </a:ext>
                </a:extLst>
              </a:tr>
              <a:tr h="89980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5. Producción y Cierre (</a:t>
                      </a:r>
                      <a:r>
                        <a:rPr lang="es-MX" sz="18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Releasing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s-MX" sz="18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Feedback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Desplegar el software funcional al cliente, obtener </a:t>
                      </a:r>
                      <a:r>
                        <a:rPr lang="es-MX" sz="1800" i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feedback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y comenzar el siguiente ciclo de desarrollo con una nueva planificación.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8244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9C8F82C-570D-51FF-1C09-7D1F55D51FA7}"/>
              </a:ext>
            </a:extLst>
          </p:cNvPr>
          <p:cNvSpPr txBox="1"/>
          <p:nvPr/>
        </p:nvSpPr>
        <p:spPr>
          <a:xfrm>
            <a:off x="9346557" y="3343324"/>
            <a:ext cx="2575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proceso de desarrollo en XP es </a:t>
            </a:r>
            <a:r>
              <a:rPr lang="es-MX" b="1" dirty="0"/>
              <a:t>iterativo e incremental</a:t>
            </a:r>
            <a:r>
              <a:rPr lang="es-MX" dirty="0"/>
              <a:t>, buscando una entrega continua de valor.</a:t>
            </a:r>
          </a:p>
        </p:txBody>
      </p:sp>
    </p:spTree>
    <p:extLst>
      <p:ext uri="{BB962C8B-B14F-4D97-AF65-F5344CB8AC3E}">
        <p14:creationId xmlns:p14="http://schemas.microsoft.com/office/powerpoint/2010/main" val="3209365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AAA81-C0FA-8B35-3752-231E6AAF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Artefactos de XP: Planeación del producto (</a:t>
            </a:r>
            <a:r>
              <a:rPr lang="es-MX" dirty="0" err="1"/>
              <a:t>Release</a:t>
            </a:r>
            <a:r>
              <a:rPr lang="es-MX" dirty="0"/>
              <a:t> </a:t>
            </a:r>
            <a:r>
              <a:rPr lang="es-MX" dirty="0" err="1"/>
              <a:t>planning</a:t>
            </a:r>
            <a:r>
              <a:rPr lang="es-MX" dirty="0"/>
              <a:t> /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planning</a:t>
            </a:r>
            <a:r>
              <a:rPr lang="es-MX" dirty="0"/>
              <a:t>)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D76B00F3-89AF-A4F1-68F7-7F68B22D601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93483329"/>
              </p:ext>
            </p:extLst>
          </p:nvPr>
        </p:nvGraphicFramePr>
        <p:xfrm>
          <a:off x="1455955" y="1628426"/>
          <a:ext cx="10113820" cy="4907060"/>
        </p:xfrm>
        <a:graphic>
          <a:graphicData uri="http://schemas.openxmlformats.org/drawingml/2006/table">
            <a:tbl>
              <a:tblPr/>
              <a:tblGrid>
                <a:gridCol w="1935427">
                  <a:extLst>
                    <a:ext uri="{9D8B030D-6E8A-4147-A177-3AD203B41FA5}">
                      <a16:colId xmlns:a16="http://schemas.microsoft.com/office/drawing/2014/main" val="3307495992"/>
                    </a:ext>
                  </a:extLst>
                </a:gridCol>
                <a:gridCol w="3121483">
                  <a:extLst>
                    <a:ext uri="{9D8B030D-6E8A-4147-A177-3AD203B41FA5}">
                      <a16:colId xmlns:a16="http://schemas.microsoft.com/office/drawing/2014/main" val="141738066"/>
                    </a:ext>
                  </a:extLst>
                </a:gridCol>
                <a:gridCol w="2528455">
                  <a:extLst>
                    <a:ext uri="{9D8B030D-6E8A-4147-A177-3AD203B41FA5}">
                      <a16:colId xmlns:a16="http://schemas.microsoft.com/office/drawing/2014/main" val="3646404276"/>
                    </a:ext>
                  </a:extLst>
                </a:gridCol>
                <a:gridCol w="2528455">
                  <a:extLst>
                    <a:ext uri="{9D8B030D-6E8A-4147-A177-3AD203B41FA5}">
                      <a16:colId xmlns:a16="http://schemas.microsoft.com/office/drawing/2014/main" val="1493534510"/>
                    </a:ext>
                  </a:extLst>
                </a:gridCol>
              </a:tblGrid>
              <a:tr h="63857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Artefacto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Definición y Objetivo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Responsable de la Entrega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Contenidos Clave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06381"/>
                  </a:ext>
                </a:extLst>
              </a:tr>
              <a:tr h="22059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Historia de Usuario (User Story)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 una descripción simple y concisa de una funcionalidad del sistema desde la perspectiva del usuario. Su objetivo es definir los requisitos del negocio y ser la base de la planificación.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Cliente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Título, descripción en el formato "Como </a:t>
                      </a:r>
                      <a:r>
                        <a:rPr lang="es-MX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&lt;rol&gt;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quiero </a:t>
                      </a:r>
                      <a:r>
                        <a:rPr lang="es-MX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&lt;funcionalidad&gt;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para </a:t>
                      </a:r>
                      <a:r>
                        <a:rPr lang="es-MX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&lt;beneficio&gt;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", prioridad, y una estimación de costo (puntos de historia).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057084"/>
                  </a:ext>
                </a:extLst>
              </a:tr>
              <a:tr h="19447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Plan de Release / Plan de Entrega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Documento que establece qué Historias de Usuario se incluirán en cada versión principal del producto (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Release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). Su objetivo es dar una visión a largo plazo del proyecto.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Cliente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(Prioridad) y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Programadores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(Estimación)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Lista de Historias de Usuario por </a:t>
                      </a:r>
                      <a:r>
                        <a:rPr lang="es-MX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Release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fecha estimada de las </a:t>
                      </a:r>
                      <a:r>
                        <a:rPr lang="es-MX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Releases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y la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Velocidad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del equipo utilizada para el cálculo.</a:t>
                      </a:r>
                    </a:p>
                  </a:txBody>
                  <a:tcPr marL="87078" marR="87078" marT="58052" marB="58052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4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6341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6E8F-09D2-06D2-25AA-14DE1943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F0CEB-816A-406D-24F4-4BE6D4BE5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Artefactos de XP: Artefactos de planeación del  producto (</a:t>
            </a:r>
            <a:r>
              <a:rPr lang="es-MX" dirty="0" err="1"/>
              <a:t>Iteration</a:t>
            </a:r>
            <a:r>
              <a:rPr lang="es-MX" dirty="0"/>
              <a:t> </a:t>
            </a:r>
            <a:r>
              <a:rPr lang="es-MX" dirty="0" err="1"/>
              <a:t>planning</a:t>
            </a:r>
            <a:r>
              <a:rPr lang="es-MX" dirty="0"/>
              <a:t>)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CA003191-6021-594E-AA87-8E260E7D9E7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17961939"/>
              </p:ext>
            </p:extLst>
          </p:nvPr>
        </p:nvGraphicFramePr>
        <p:xfrm>
          <a:off x="1415668" y="1530713"/>
          <a:ext cx="10133412" cy="5223437"/>
        </p:xfrm>
        <a:graphic>
          <a:graphicData uri="http://schemas.openxmlformats.org/drawingml/2006/table">
            <a:tbl>
              <a:tblPr/>
              <a:tblGrid>
                <a:gridCol w="2010438">
                  <a:extLst>
                    <a:ext uri="{9D8B030D-6E8A-4147-A177-3AD203B41FA5}">
                      <a16:colId xmlns:a16="http://schemas.microsoft.com/office/drawing/2014/main" val="3382522063"/>
                    </a:ext>
                  </a:extLst>
                </a:gridCol>
                <a:gridCol w="3056268">
                  <a:extLst>
                    <a:ext uri="{9D8B030D-6E8A-4147-A177-3AD203B41FA5}">
                      <a16:colId xmlns:a16="http://schemas.microsoft.com/office/drawing/2014/main" val="1119203313"/>
                    </a:ext>
                  </a:extLst>
                </a:gridCol>
                <a:gridCol w="2533353">
                  <a:extLst>
                    <a:ext uri="{9D8B030D-6E8A-4147-A177-3AD203B41FA5}">
                      <a16:colId xmlns:a16="http://schemas.microsoft.com/office/drawing/2014/main" val="1974299840"/>
                    </a:ext>
                  </a:extLst>
                </a:gridCol>
                <a:gridCol w="2533353">
                  <a:extLst>
                    <a:ext uri="{9D8B030D-6E8A-4147-A177-3AD203B41FA5}">
                      <a16:colId xmlns:a16="http://schemas.microsoft.com/office/drawing/2014/main" val="3890051329"/>
                    </a:ext>
                  </a:extLst>
                </a:gridCol>
              </a:tblGrid>
              <a:tr h="62330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Artefacto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Definición y Objetivo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Responsable de la Entrega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Contenidos Clave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665566"/>
                  </a:ext>
                </a:extLst>
              </a:tr>
              <a:tr h="21532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Plan de Iteración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Detalla las Historias de Usuario que se van a desarrollar durante el ciclo de trabajo corto (generalmente 1 o 2 semanas). Su objetivo es organizar el trabajo diario del equipo.</a:t>
                      </a: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Programadores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Lista de Historias de Usuario seleccionadas, tareas técnicas derivadas de cada historia, y asignación de cada tarea a una pareja de programadores.</a:t>
                      </a: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771046"/>
                  </a:ext>
                </a:extLst>
              </a:tr>
              <a:tr h="24082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Tarjeta de Tarea (Task Card)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Una sub-división de una Historia de Usuario en pasos técnicos más pequeños (típicamente de 4 a 16 horas de duración). Su objetivo es permitir una estimación y seguimiento precisos del progreso.</a:t>
                      </a: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Programadores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Tarea técnica (</a:t>
                      </a:r>
                      <a:r>
                        <a:rPr lang="es-MX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 "Crear clase de conexión a BD"), tiempo estimado, tiempo real consumido.</a:t>
                      </a:r>
                    </a:p>
                  </a:txBody>
                  <a:tcPr marL="84996" marR="84996" marT="56664" marB="566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88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110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832E-6DF0-651D-E580-F2994223A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7BD91-5E6D-E2C9-C8A6-12A144FD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Artefactos de XP: Implementación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B93480B3-F7E5-2F2A-B4D8-1FE4F412A4B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75119227"/>
              </p:ext>
            </p:extLst>
          </p:nvPr>
        </p:nvGraphicFramePr>
        <p:xfrm>
          <a:off x="1435260" y="2379803"/>
          <a:ext cx="10113820" cy="2360472"/>
        </p:xfrm>
        <a:graphic>
          <a:graphicData uri="http://schemas.openxmlformats.org/drawingml/2006/table">
            <a:tbl>
              <a:tblPr/>
              <a:tblGrid>
                <a:gridCol w="1608882">
                  <a:extLst>
                    <a:ext uri="{9D8B030D-6E8A-4147-A177-3AD203B41FA5}">
                      <a16:colId xmlns:a16="http://schemas.microsoft.com/office/drawing/2014/main" val="119113469"/>
                    </a:ext>
                  </a:extLst>
                </a:gridCol>
                <a:gridCol w="3448028">
                  <a:extLst>
                    <a:ext uri="{9D8B030D-6E8A-4147-A177-3AD203B41FA5}">
                      <a16:colId xmlns:a16="http://schemas.microsoft.com/office/drawing/2014/main" val="1134217044"/>
                    </a:ext>
                  </a:extLst>
                </a:gridCol>
                <a:gridCol w="2528455">
                  <a:extLst>
                    <a:ext uri="{9D8B030D-6E8A-4147-A177-3AD203B41FA5}">
                      <a16:colId xmlns:a16="http://schemas.microsoft.com/office/drawing/2014/main" val="3727048377"/>
                    </a:ext>
                  </a:extLst>
                </a:gridCol>
                <a:gridCol w="2528455">
                  <a:extLst>
                    <a:ext uri="{9D8B030D-6E8A-4147-A177-3AD203B41FA5}">
                      <a16:colId xmlns:a16="http://schemas.microsoft.com/office/drawing/2014/main" val="3948143764"/>
                    </a:ext>
                  </a:extLst>
                </a:gridCol>
              </a:tblGrid>
              <a:tr h="4562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Artefacto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Definición y Objetivo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Responsable de la Entrega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Contenidos Clave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19721"/>
                  </a:ext>
                </a:extLst>
              </a:tr>
              <a:tr h="12028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Código Fuente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software que funciona. En XP, el código es la principal documentación. Su objetivo es entregar el valor al cliente.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Programadores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código en sí, que debe ser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simple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cumplir con los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estándares de codificación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del equipo, y ser constantemente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refactorizado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44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6775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8ACCB-4B12-D607-34D3-5F537221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7DA9F-A82A-6F39-48BA-7527C88A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Artefactos de XP: Pruebas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AF4051E8-15E1-F95D-3E03-44ECAD9F353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95663076"/>
              </p:ext>
            </p:extLst>
          </p:nvPr>
        </p:nvGraphicFramePr>
        <p:xfrm>
          <a:off x="1423688" y="1706839"/>
          <a:ext cx="10125392" cy="4912308"/>
        </p:xfrm>
        <a:graphic>
          <a:graphicData uri="http://schemas.openxmlformats.org/drawingml/2006/table">
            <a:tbl>
              <a:tblPr/>
              <a:tblGrid>
                <a:gridCol w="2123847">
                  <a:extLst>
                    <a:ext uri="{9D8B030D-6E8A-4147-A177-3AD203B41FA5}">
                      <a16:colId xmlns:a16="http://schemas.microsoft.com/office/drawing/2014/main" val="119113469"/>
                    </a:ext>
                  </a:extLst>
                </a:gridCol>
                <a:gridCol w="2938849">
                  <a:extLst>
                    <a:ext uri="{9D8B030D-6E8A-4147-A177-3AD203B41FA5}">
                      <a16:colId xmlns:a16="http://schemas.microsoft.com/office/drawing/2014/main" val="1134217044"/>
                    </a:ext>
                  </a:extLst>
                </a:gridCol>
                <a:gridCol w="2531348">
                  <a:extLst>
                    <a:ext uri="{9D8B030D-6E8A-4147-A177-3AD203B41FA5}">
                      <a16:colId xmlns:a16="http://schemas.microsoft.com/office/drawing/2014/main" val="3727048377"/>
                    </a:ext>
                  </a:extLst>
                </a:gridCol>
                <a:gridCol w="2531348">
                  <a:extLst>
                    <a:ext uri="{9D8B030D-6E8A-4147-A177-3AD203B41FA5}">
                      <a16:colId xmlns:a16="http://schemas.microsoft.com/office/drawing/2014/main" val="3948143764"/>
                    </a:ext>
                  </a:extLst>
                </a:gridCol>
              </a:tblGrid>
              <a:tr h="45626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Artefacto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Definición y Objetivo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Responsable de la Entrega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Contenidos Clave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19721"/>
                  </a:ext>
                </a:extLst>
              </a:tr>
              <a:tr h="19494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Prueba Unitaria (Unit Test)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Pequeñas porciones de código que validan automáticamente el correcto funcionamiento de la unidad más pequeña del código (clase o método). Su objetivo es proporcionar 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feedback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inmediato al programador.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Programadores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código de la prueba, que debe ejecutarse de forma automática. Todas las pruebas deben pasar al 100%.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858533"/>
                  </a:ext>
                </a:extLst>
              </a:tr>
              <a:tr h="15761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Prueba de Aceptación (Acceptance Test / Customer Test)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Escenarios de prueba que son ejecutados por el cliente. Su objetivo es demostrar que la Historia de Usuario implementada cumple con los requisitos del negocio y funciona como se espera.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Cliente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(Definición) y </a:t>
                      </a:r>
                      <a:r>
                        <a:rPr lang="es-MX" sz="18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Tester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(Automatización /Ejecución)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Casos de uso con pasos detallados y el resultado esperado (</a:t>
                      </a:r>
                      <a:r>
                        <a:rPr lang="es-MX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Ej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: "Usuario ingresa credenciales incorrectas -&gt; El sistema muestra mensaje de error").</a:t>
                      </a:r>
                    </a:p>
                  </a:txBody>
                  <a:tcPr marL="62217" marR="62217" marT="41478" marB="4147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369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83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01150-AA49-723F-48F8-0FC52C32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4600CE2A-2032-A906-C136-B1BF38A0F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3503" y="1709530"/>
            <a:ext cx="3754671" cy="2528515"/>
          </a:xfrm>
        </p:spPr>
        <p:txBody>
          <a:bodyPr anchor="b">
            <a:normAutofit/>
          </a:bodyPr>
          <a:lstStyle/>
          <a:p>
            <a:r>
              <a:rPr lang="es-MX" sz="3600" dirty="0">
                <a:solidFill>
                  <a:schemeClr val="tx2"/>
                </a:solidFill>
              </a:rPr>
              <a:t>Proceso Integrado Ágil SCRUM-XP</a:t>
            </a:r>
          </a:p>
        </p:txBody>
      </p:sp>
      <p:pic>
        <p:nvPicPr>
          <p:cNvPr id="28674" name="Picture 2" descr="Scrum And eXtreme Programming (XP) | Scrum.org">
            <a:extLst>
              <a:ext uri="{FF2B5EF4-FFF2-40B4-BE49-F238E27FC236}">
                <a16:creationId xmlns:a16="http://schemas.microsoft.com/office/drawing/2014/main" id="{29C17BD8-5136-7FF4-F822-5699397AE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05658"/>
            <a:ext cx="7523544" cy="500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8755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2FE5BD2-73D0-4A1A-3854-7429EE24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Scrum-XP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73160F-6A1A-E92D-5804-3E03D84F79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/>
              <a:t>SCRUM-XP</a:t>
            </a:r>
            <a:r>
              <a:rPr lang="es-MX" dirty="0"/>
              <a:t> es una </a:t>
            </a:r>
            <a:r>
              <a:rPr lang="es-MX" b="1" dirty="0"/>
              <a:t>metodología ágil</a:t>
            </a:r>
            <a:r>
              <a:rPr lang="es-MX" dirty="0"/>
              <a:t> que combina el marco de gestión de proyectos </a:t>
            </a:r>
            <a:r>
              <a:rPr lang="es-MX" b="1" dirty="0"/>
              <a:t>Scrum</a:t>
            </a:r>
            <a:r>
              <a:rPr lang="es-MX" dirty="0"/>
              <a:t> con las prácticas de ingeniería de software de </a:t>
            </a:r>
            <a:r>
              <a:rPr lang="es-MX" b="1" dirty="0" err="1"/>
              <a:t>eXtreme</a:t>
            </a:r>
            <a:r>
              <a:rPr lang="es-MX" b="1" dirty="0"/>
              <a:t> </a:t>
            </a:r>
            <a:r>
              <a:rPr lang="es-MX" b="1" dirty="0" err="1"/>
              <a:t>Programming</a:t>
            </a:r>
            <a:r>
              <a:rPr lang="es-MX" b="1" dirty="0"/>
              <a:t> (XP)</a:t>
            </a:r>
            <a:r>
              <a:rPr lang="es-MX" dirty="0"/>
              <a:t>. El objetivo es maximizar la entrega de valor en entornos complejos, especialmente en el desarrollo de software.</a:t>
            </a:r>
          </a:p>
          <a:p>
            <a:r>
              <a:rPr lang="es-MX" b="1" dirty="0"/>
              <a:t>Scrum</a:t>
            </a:r>
            <a:r>
              <a:rPr lang="es-MX" dirty="0"/>
              <a:t> proporciona la estructura de </a:t>
            </a:r>
            <a:r>
              <a:rPr lang="es-MX" b="1" dirty="0"/>
              <a:t>gestión y organización</a:t>
            </a:r>
            <a:r>
              <a:rPr lang="es-MX" dirty="0"/>
              <a:t> (roles, eventos, artefactos). Se basa en el </a:t>
            </a:r>
            <a:r>
              <a:rPr lang="es-MX" b="1" dirty="0"/>
              <a:t>empirismo</a:t>
            </a:r>
            <a:r>
              <a:rPr lang="es-MX" dirty="0"/>
              <a:t> (el conocimiento surge de la experiencia y las decisiones se basan en la observación) y el </a:t>
            </a:r>
            <a:r>
              <a:rPr lang="es-MX" b="1" dirty="0"/>
              <a:t>pensamiento Lean</a:t>
            </a:r>
            <a:r>
              <a:rPr lang="es-MX" dirty="0"/>
              <a:t> (reducir el desperdicio y centrarse en lo esencial).</a:t>
            </a:r>
          </a:p>
          <a:p>
            <a:r>
              <a:rPr lang="es-MX" b="1" dirty="0" err="1"/>
              <a:t>eXtreme</a:t>
            </a:r>
            <a:r>
              <a:rPr lang="es-MX" b="1" dirty="0"/>
              <a:t> </a:t>
            </a:r>
            <a:r>
              <a:rPr lang="es-MX" b="1" dirty="0" err="1"/>
              <a:t>Programming</a:t>
            </a:r>
            <a:r>
              <a:rPr lang="es-MX" b="1" dirty="0"/>
              <a:t> (XP)</a:t>
            </a:r>
            <a:r>
              <a:rPr lang="es-MX" dirty="0"/>
              <a:t> aporta las </a:t>
            </a:r>
            <a:r>
              <a:rPr lang="es-MX" b="1" dirty="0"/>
              <a:t>prácticas de desarrollo</a:t>
            </a:r>
            <a:r>
              <a:rPr lang="es-MX" dirty="0"/>
              <a:t> (codificación, pruebas y diseño) necesarias para producir un software de alta calidad de forma sostenible.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779236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74D9F-4896-AD9F-A341-09AFECF6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Valores fundamentales de Scrum-XP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D883F1D-2494-1B84-332A-A710FC1CB31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32440415"/>
              </p:ext>
            </p:extLst>
          </p:nvPr>
        </p:nvGraphicFramePr>
        <p:xfrm>
          <a:off x="1535371" y="1566627"/>
          <a:ext cx="10374978" cy="5164052"/>
        </p:xfrm>
        <a:graphic>
          <a:graphicData uri="http://schemas.openxmlformats.org/drawingml/2006/table">
            <a:tbl>
              <a:tblPr/>
              <a:tblGrid>
                <a:gridCol w="1103657">
                  <a:extLst>
                    <a:ext uri="{9D8B030D-6E8A-4147-A177-3AD203B41FA5}">
                      <a16:colId xmlns:a16="http://schemas.microsoft.com/office/drawing/2014/main" val="3012745785"/>
                    </a:ext>
                  </a:extLst>
                </a:gridCol>
                <a:gridCol w="2106592">
                  <a:extLst>
                    <a:ext uri="{9D8B030D-6E8A-4147-A177-3AD203B41FA5}">
                      <a16:colId xmlns:a16="http://schemas.microsoft.com/office/drawing/2014/main" val="4128031836"/>
                    </a:ext>
                  </a:extLst>
                </a:gridCol>
                <a:gridCol w="7164729">
                  <a:extLst>
                    <a:ext uri="{9D8B030D-6E8A-4147-A177-3AD203B41FA5}">
                      <a16:colId xmlns:a16="http://schemas.microsoft.com/office/drawing/2014/main" val="3267508282"/>
                    </a:ext>
                  </a:extLst>
                </a:gridCol>
              </a:tblGrid>
              <a:tr h="416394">
                <a:tc rowSpan="5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Scrum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Compromiso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se compromete a alcanzar sus metas y a apoyarse mutuamente.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653613"/>
                  </a:ext>
                </a:extLst>
              </a:tr>
              <a:tr h="53728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Foco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se concentra en el trabajo del </a:t>
                      </a:r>
                      <a:r>
                        <a:rPr lang="es-MX" sz="16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Sprint</a:t>
                      </a:r>
                      <a:r>
                        <a:rPr lang="es-MX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para lograr el mejor progreso posible hacia el objetivo.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682403"/>
                  </a:ext>
                </a:extLst>
              </a:tr>
              <a:tr h="53728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Apertura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equipo y los interesados son transparentes sobre el trabajo realizado y los desafíos que enfrentan.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12005"/>
                  </a:ext>
                </a:extLst>
              </a:tr>
              <a:tr h="53728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Respeto</a:t>
                      </a:r>
                      <a:endParaRPr lang="es-MX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Los miembros del equipo se respetan mutuamente como personas capaces e independientes.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09132"/>
                  </a:ext>
                </a:extLst>
              </a:tr>
              <a:tr h="416394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Coraje</a:t>
                      </a:r>
                      <a:endParaRPr lang="es-MX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Los miembros tienen la valentía de hacer lo correcto y de trabajar en problemas difíciles.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392682"/>
                  </a:ext>
                </a:extLst>
              </a:tr>
              <a:tr h="537282">
                <a:tc rowSpan="5"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XP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Comunicación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 interacción constante y abierta, tanto interna como con el cliente, es esencial para prevenir errores y ambigüedades.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514491"/>
                  </a:ext>
                </a:extLst>
              </a:tr>
              <a:tr h="53728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Simplicidad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Siempre se debe buscar la solución más simple y que funcione, haciendo solo lo necesario y eliminando el código innecesario.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842822"/>
                  </a:ext>
                </a:extLst>
              </a:tr>
              <a:tr h="53728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Feedback</a:t>
                      </a: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(Retroalimentación)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busca obtener </a:t>
                      </a:r>
                      <a:r>
                        <a:rPr lang="es-MX" sz="16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feedback</a:t>
                      </a:r>
                      <a:r>
                        <a:rPr lang="es-MX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frecuente y rápido (del cliente, de las pruebas, del equipo) para ajustar el rumbo constantemente.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116775"/>
                  </a:ext>
                </a:extLst>
              </a:tr>
              <a:tr h="416394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Respeto</a:t>
                      </a: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 respeta el trabajo de los compañeros y las prácticas establecidas.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473333"/>
                  </a:ext>
                </a:extLst>
              </a:tr>
              <a:tr h="537282"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s-MX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Valentía</a:t>
                      </a:r>
                      <a:endParaRPr lang="es-MX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6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Tener la audacia de evaluar objetivamente los resultados y aceptar el cambio de requisitos en cualquier momento del proyecto.</a:t>
                      </a:r>
                    </a:p>
                  </a:txBody>
                  <a:tcPr marL="40296" marR="40296" marT="26864" marB="26864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186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50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A1ACB-EAFB-EE6A-93DF-539AA7B3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Eventos y fases de Scrum-XP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ABFDF3E-0EB3-489F-F00C-B6F5EA17B3B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09461160"/>
              </p:ext>
            </p:extLst>
          </p:nvPr>
        </p:nvGraphicFramePr>
        <p:xfrm>
          <a:off x="0" y="1554055"/>
          <a:ext cx="9769033" cy="5304270"/>
        </p:xfrm>
        <a:graphic>
          <a:graphicData uri="http://schemas.openxmlformats.org/drawingml/2006/table">
            <a:tbl>
              <a:tblPr/>
              <a:tblGrid>
                <a:gridCol w="2919508">
                  <a:extLst>
                    <a:ext uri="{9D8B030D-6E8A-4147-A177-3AD203B41FA5}">
                      <a16:colId xmlns:a16="http://schemas.microsoft.com/office/drawing/2014/main" val="3316895825"/>
                    </a:ext>
                  </a:extLst>
                </a:gridCol>
                <a:gridCol w="6849525">
                  <a:extLst>
                    <a:ext uri="{9D8B030D-6E8A-4147-A177-3AD203B41FA5}">
                      <a16:colId xmlns:a16="http://schemas.microsoft.com/office/drawing/2014/main" val="759907983"/>
                    </a:ext>
                  </a:extLst>
                </a:gridCol>
              </a:tblGrid>
              <a:tr h="3387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Evento/Fase</a:t>
                      </a:r>
                      <a:endParaRPr lang="es-MX" sz="18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Propósito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783453"/>
                  </a:ext>
                </a:extLst>
              </a:tr>
              <a:tr h="573191">
                <a:tc>
                  <a:txBody>
                    <a:bodyPr/>
                    <a:lstStyle/>
                    <a:p>
                      <a:pPr marL="0" indent="0" rtl="0">
                        <a:buFont typeface="+mj-lt"/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1. Sprint </a:t>
                      </a:r>
                      <a:r>
                        <a:rPr lang="es-MX" sz="18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Planning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(Planeación)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Definir el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Objetivo del Sprint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y seleccionar el trabajo del </a:t>
                      </a:r>
                      <a:r>
                        <a:rPr lang="es-MX" sz="1800" i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Product</a:t>
                      </a:r>
                      <a:r>
                        <a:rPr lang="es-MX" sz="18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Backlog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que se realizará durante el </a:t>
                      </a:r>
                      <a:r>
                        <a:rPr lang="es-MX" sz="18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Sprint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52028"/>
                  </a:ext>
                </a:extLst>
              </a:tr>
              <a:tr h="807678">
                <a:tc>
                  <a:txBody>
                    <a:bodyPr/>
                    <a:lstStyle/>
                    <a:p>
                      <a:pPr marL="0" indent="0" rtl="0">
                        <a:buFont typeface="+mj-lt"/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 </a:t>
                      </a:r>
                      <a:r>
                        <a:rPr lang="es-MX" sz="18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Daily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Scrum (Ejecución)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Inspeccionar el progreso hacia el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Objetivo del Sprint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y adaptar el 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Sprint Backlog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para el siguiente día. Es una reunión diaria de 15 minutos.</a:t>
                      </a: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596605"/>
                  </a:ext>
                </a:extLst>
              </a:tr>
              <a:tr h="1042166">
                <a:tc>
                  <a:txBody>
                    <a:bodyPr/>
                    <a:lstStyle/>
                    <a:p>
                      <a:pPr marL="0" indent="0" rtl="0">
                        <a:buFont typeface="+mj-lt"/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 Desarrollo (con Prácticas XP)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Los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Developers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construyen el incremento, aplicando prácticas XP como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Programación en Parejas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Desarrollo Guiado por Pruebas (TDD)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e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Integración Continua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para asegurar la calidad.</a:t>
                      </a: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256199"/>
                  </a:ext>
                </a:extLst>
              </a:tr>
              <a:tr h="807678">
                <a:tc>
                  <a:txBody>
                    <a:bodyPr/>
                    <a:lstStyle/>
                    <a:p>
                      <a:pPr marL="0" indent="0" rtl="0">
                        <a:buFont typeface="+mj-lt"/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 Sprint </a:t>
                      </a:r>
                      <a:r>
                        <a:rPr lang="es-MX" sz="1800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Review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(Revisión)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Inspeccionar el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Incremento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y adaptar el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Product Backlog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si es necesario. El equipo demuestra el trabajo completado a los interesados.</a:t>
                      </a: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41076"/>
                  </a:ext>
                </a:extLst>
              </a:tr>
              <a:tr h="807678">
                <a:tc>
                  <a:txBody>
                    <a:bodyPr/>
                    <a:lstStyle/>
                    <a:p>
                      <a:pPr marL="0" indent="0" rtl="0">
                        <a:buFont typeface="+mj-lt"/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5. Sprint Retrospective (Retrospectiva)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Inspeccionar </a:t>
                      </a:r>
                      <a:r>
                        <a:rPr lang="es-MX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 cómo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se hizo el trabajo e identificar mejoras para aumentar la calidad y la efectividad del equipo en el próximo </a:t>
                      </a:r>
                      <a:r>
                        <a:rPr lang="es-MX" sz="1800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Sprint</a:t>
                      </a:r>
                      <a:r>
                        <a:rPr lang="es-MX" sz="18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05567"/>
                  </a:ext>
                </a:extLst>
              </a:tr>
              <a:tr h="807678">
                <a:tc>
                  <a:txBody>
                    <a:bodyPr/>
                    <a:lstStyle/>
                    <a:p>
                      <a:pPr marL="0" indent="0" rtl="0">
                        <a:buFont typeface="+mj-lt"/>
                        <a:buNone/>
                      </a:pP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6. Entrega Incremental</a:t>
                      </a:r>
                      <a:endParaRPr lang="es-MX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 finalizar el </a:t>
                      </a:r>
                      <a:r>
                        <a:rPr lang="es-MX" sz="1800" i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Sprint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el resultado es un nuevo </a:t>
                      </a:r>
                      <a:r>
                        <a:rPr lang="es-MX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Incremento</a:t>
                      </a:r>
                      <a:r>
                        <a:rPr lang="es-MX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del producto, potencialmente entregable al cliente.</a:t>
                      </a:r>
                    </a:p>
                  </a:txBody>
                  <a:tcPr marL="78162" marR="78162" marT="52108" marB="521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60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042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A9720-59ED-AC14-2988-F755E817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Proceso y etapas de Scrum-XP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869DB-88FC-B134-992C-1995DB383F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523277"/>
            <a:ext cx="10259232" cy="5334723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es-MX" dirty="0"/>
              <a:t>Resumen del ciclo de vida dentro de un proyecto Scrum–XP (repetitivo por sprint):</a:t>
            </a:r>
          </a:p>
          <a:p>
            <a:pPr lvl="1"/>
            <a:r>
              <a:rPr lang="es-MX" b="1" dirty="0"/>
              <a:t>Exploración / </a:t>
            </a:r>
            <a:r>
              <a:rPr lang="es-MX" b="1" dirty="0" err="1"/>
              <a:t>Product</a:t>
            </a:r>
            <a:r>
              <a:rPr lang="es-MX" b="1" dirty="0"/>
              <a:t> Backlog (continuo)</a:t>
            </a:r>
            <a:endParaRPr lang="es-MX" dirty="0"/>
          </a:p>
          <a:p>
            <a:pPr lvl="2"/>
            <a:r>
              <a:rPr lang="es-MX" dirty="0"/>
              <a:t>Se recogen requisitos en forma de </a:t>
            </a:r>
            <a:r>
              <a:rPr lang="es-MX" i="1" dirty="0"/>
              <a:t>historias de usuario</a:t>
            </a:r>
            <a:r>
              <a:rPr lang="es-MX" dirty="0"/>
              <a:t>, priorizadas por el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. (Backlog grooming o refinamiento continuo). </a:t>
            </a:r>
          </a:p>
          <a:p>
            <a:pPr lvl="1"/>
            <a:r>
              <a:rPr lang="es-MX" b="1" dirty="0"/>
              <a:t>Planificación de producto / </a:t>
            </a:r>
            <a:r>
              <a:rPr lang="es-MX" b="1" dirty="0" err="1"/>
              <a:t>Release</a:t>
            </a:r>
            <a:r>
              <a:rPr lang="es-MX" b="1" dirty="0"/>
              <a:t> </a:t>
            </a:r>
            <a:r>
              <a:rPr lang="es-MX" b="1" dirty="0" err="1"/>
              <a:t>Planning</a:t>
            </a:r>
            <a:r>
              <a:rPr lang="es-MX" b="1" dirty="0"/>
              <a:t> (cuando corresponde)</a:t>
            </a:r>
            <a:endParaRPr lang="es-MX" dirty="0"/>
          </a:p>
          <a:p>
            <a:pPr lvl="2"/>
            <a:r>
              <a:rPr lang="es-MX" dirty="0"/>
              <a:t>Estimar backlog, definir metas de producto y plan de </a:t>
            </a:r>
            <a:r>
              <a:rPr lang="es-MX" dirty="0" err="1"/>
              <a:t>releases</a:t>
            </a:r>
            <a:r>
              <a:rPr lang="es-MX" dirty="0"/>
              <a:t> (suma de </a:t>
            </a:r>
            <a:r>
              <a:rPr lang="es-MX" dirty="0" err="1"/>
              <a:t>sprints</a:t>
            </a:r>
            <a:r>
              <a:rPr lang="es-MX" dirty="0"/>
              <a:t>) — útil para </a:t>
            </a:r>
            <a:r>
              <a:rPr lang="es-MX" dirty="0" err="1"/>
              <a:t>stakeholders</a:t>
            </a:r>
            <a:r>
              <a:rPr lang="es-MX" dirty="0"/>
              <a:t>. </a:t>
            </a:r>
          </a:p>
          <a:p>
            <a:pPr lvl="1"/>
            <a:r>
              <a:rPr lang="es-MX" b="1" dirty="0"/>
              <a:t>Planificación de iteración / Sprint </a:t>
            </a:r>
            <a:r>
              <a:rPr lang="es-MX" b="1" dirty="0" err="1"/>
              <a:t>Planning</a:t>
            </a:r>
            <a:endParaRPr lang="es-MX" dirty="0"/>
          </a:p>
          <a:p>
            <a:pPr lvl="2"/>
            <a:r>
              <a:rPr lang="es-MX" dirty="0"/>
              <a:t>El equipo selecciona historias del </a:t>
            </a:r>
            <a:r>
              <a:rPr lang="es-MX" dirty="0" err="1"/>
              <a:t>Product</a:t>
            </a:r>
            <a:r>
              <a:rPr lang="es-MX" dirty="0"/>
              <a:t> Backlog para el sprint y define el Sprint </a:t>
            </a:r>
            <a:r>
              <a:rPr lang="es-MX" dirty="0" err="1"/>
              <a:t>Goal</a:t>
            </a:r>
            <a:r>
              <a:rPr lang="es-MX" dirty="0"/>
              <a:t>. </a:t>
            </a:r>
          </a:p>
          <a:p>
            <a:pPr lvl="1"/>
            <a:r>
              <a:rPr lang="es-MX" b="1" dirty="0"/>
              <a:t>Ejecución de iteración / Sprint (2–4 semanas típico)</a:t>
            </a:r>
            <a:endParaRPr lang="es-MX" dirty="0"/>
          </a:p>
          <a:p>
            <a:pPr lvl="2"/>
            <a:r>
              <a:rPr lang="es-MX" dirty="0"/>
              <a:t>Desarrollo usando prácticas XP: TDD (</a:t>
            </a:r>
            <a:r>
              <a:rPr lang="es-MX" dirty="0" err="1"/>
              <a:t>tests</a:t>
            </a:r>
            <a:r>
              <a:rPr lang="es-MX" dirty="0"/>
              <a:t> antes de código), </a:t>
            </a:r>
            <a:r>
              <a:rPr lang="es-MX" dirty="0" err="1"/>
              <a:t>pair</a:t>
            </a:r>
            <a:r>
              <a:rPr lang="es-MX" dirty="0"/>
              <a:t> </a:t>
            </a:r>
            <a:r>
              <a:rPr lang="es-MX" dirty="0" err="1"/>
              <a:t>programming</a:t>
            </a:r>
            <a:r>
              <a:rPr lang="es-MX" dirty="0"/>
              <a:t>, integración continua, refactorización continua. </a:t>
            </a:r>
            <a:r>
              <a:rPr lang="es-MX" dirty="0" err="1"/>
              <a:t>Daily</a:t>
            </a:r>
            <a:r>
              <a:rPr lang="es-MX" dirty="0"/>
              <a:t> Scrum diario para coordinar. </a:t>
            </a:r>
          </a:p>
          <a:p>
            <a:pPr lvl="1"/>
            <a:r>
              <a:rPr lang="es-MX" b="1" dirty="0"/>
              <a:t>Revisión de Sprint (Sprint </a:t>
            </a:r>
            <a:r>
              <a:rPr lang="es-MX" b="1" dirty="0" err="1"/>
              <a:t>Review</a:t>
            </a:r>
            <a:r>
              <a:rPr lang="es-MX" b="1" dirty="0"/>
              <a:t>)</a:t>
            </a:r>
            <a:endParaRPr lang="es-MX" dirty="0"/>
          </a:p>
          <a:p>
            <a:pPr lvl="2"/>
            <a:r>
              <a:rPr lang="es-MX" dirty="0"/>
              <a:t>Demostración del incremento al </a:t>
            </a:r>
            <a:r>
              <a:rPr lang="es-MX" dirty="0" err="1"/>
              <a:t>Product</a:t>
            </a:r>
            <a:r>
              <a:rPr lang="es-MX" dirty="0"/>
              <a:t> </a:t>
            </a:r>
            <a:r>
              <a:rPr lang="es-MX" dirty="0" err="1"/>
              <a:t>Owner</a:t>
            </a:r>
            <a:r>
              <a:rPr lang="es-MX" dirty="0"/>
              <a:t> y </a:t>
            </a:r>
            <a:r>
              <a:rPr lang="es-MX" dirty="0" err="1"/>
              <a:t>stakeholders</a:t>
            </a:r>
            <a:r>
              <a:rPr lang="es-MX" dirty="0"/>
              <a:t>; se recoge </a:t>
            </a:r>
            <a:r>
              <a:rPr lang="es-MX" dirty="0" err="1"/>
              <a:t>feedback</a:t>
            </a:r>
            <a:r>
              <a:rPr lang="es-MX" dirty="0"/>
              <a:t>. </a:t>
            </a:r>
          </a:p>
          <a:p>
            <a:pPr lvl="1"/>
            <a:r>
              <a:rPr lang="es-MX" b="1" dirty="0"/>
              <a:t>Retrospectiva de Sprint</a:t>
            </a:r>
            <a:endParaRPr lang="es-MX" dirty="0"/>
          </a:p>
          <a:p>
            <a:pPr lvl="2"/>
            <a:r>
              <a:rPr lang="es-MX" dirty="0"/>
              <a:t>El equipo identifica mejoras del proceso y acciones concretas para el siguiente sprint. </a:t>
            </a:r>
          </a:p>
          <a:p>
            <a:pPr lvl="1"/>
            <a:r>
              <a:rPr lang="es-MX" b="1" dirty="0"/>
              <a:t>Entrega incremental / </a:t>
            </a:r>
            <a:r>
              <a:rPr lang="es-MX" b="1" dirty="0" err="1"/>
              <a:t>Release</a:t>
            </a:r>
            <a:endParaRPr lang="es-MX" dirty="0"/>
          </a:p>
          <a:p>
            <a:pPr lvl="2"/>
            <a:r>
              <a:rPr lang="es-MX" dirty="0"/>
              <a:t>Cuando se decide, se empaqueta y entrega el incremento potencialmente liberable. Las prácticas XP garantizan que lo entregado es de alta calidad (</a:t>
            </a:r>
            <a:r>
              <a:rPr lang="es-MX" dirty="0" err="1"/>
              <a:t>tests</a:t>
            </a:r>
            <a:r>
              <a:rPr lang="es-MX" dirty="0"/>
              <a:t>, CI).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45A152-4200-A8E8-4F4E-9619E65D26D9}"/>
              </a:ext>
            </a:extLst>
          </p:cNvPr>
          <p:cNvSpPr txBox="1"/>
          <p:nvPr/>
        </p:nvSpPr>
        <p:spPr>
          <a:xfrm>
            <a:off x="10259232" y="3458801"/>
            <a:ext cx="178250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MX" dirty="0"/>
              <a:t>Scrum-XP toma los roles de Scrum.</a:t>
            </a:r>
          </a:p>
        </p:txBody>
      </p:sp>
    </p:spTree>
    <p:extLst>
      <p:ext uri="{BB962C8B-B14F-4D97-AF65-F5344CB8AC3E}">
        <p14:creationId xmlns:p14="http://schemas.microsoft.com/office/powerpoint/2010/main" val="6844699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A74D1-D194-343F-C76D-BC86E7CB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670" y="123106"/>
            <a:ext cx="10013709" cy="698696"/>
          </a:xfrm>
        </p:spPr>
        <p:txBody>
          <a:bodyPr/>
          <a:lstStyle/>
          <a:p>
            <a:r>
              <a:rPr lang="es-MX" dirty="0"/>
              <a:t>Artefactos de Scrum-XP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80C76C-58C8-B746-15A7-27BD3305FC4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729205"/>
            <a:ext cx="12192000" cy="6128796"/>
          </a:xfrm>
          <a:solidFill>
            <a:schemeClr val="bg1"/>
          </a:solidFill>
        </p:spPr>
        <p:txBody>
          <a:bodyPr numCol="2">
            <a:normAutofit fontScale="47500" lnSpcReduction="2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dirty="0"/>
              <a:t>A continuación cada artefacto clave, combinando la visión de Scrum con los artefactos/artefactos técnicos de XP.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 err="1"/>
              <a:t>Product</a:t>
            </a:r>
            <a:r>
              <a:rPr lang="es-MX" b="1" dirty="0"/>
              <a:t> Backlog (Exploración de producto). </a:t>
            </a:r>
            <a:r>
              <a:rPr lang="es-MX" dirty="0"/>
              <a:t>Lista priorizada de todo lo que puede ser necesario en el producto (historias de usuario, bugs, mejoras, </a:t>
            </a:r>
            <a:r>
              <a:rPr lang="es-MX" dirty="0" err="1"/>
              <a:t>tech</a:t>
            </a:r>
            <a:r>
              <a:rPr lang="es-MX" dirty="0"/>
              <a:t> </a:t>
            </a:r>
            <a:r>
              <a:rPr lang="es-MX" dirty="0" err="1"/>
              <a:t>debt</a:t>
            </a:r>
            <a:r>
              <a:rPr lang="es-MX" dirty="0"/>
              <a:t>).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Objetivo</a:t>
            </a:r>
            <a:r>
              <a:rPr lang="es-MX" dirty="0"/>
              <a:t>: disponer de una fuente priorizada de requisitos y trabajo futuro que permita planificar </a:t>
            </a:r>
            <a:r>
              <a:rPr lang="es-MX" dirty="0" err="1"/>
              <a:t>sprints</a:t>
            </a:r>
            <a:r>
              <a:rPr lang="es-MX" dirty="0"/>
              <a:t>/</a:t>
            </a:r>
            <a:r>
              <a:rPr lang="es-MX" dirty="0" err="1"/>
              <a:t>releases</a:t>
            </a:r>
            <a:r>
              <a:rPr lang="es-MX" dirty="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Responsable</a:t>
            </a:r>
            <a:r>
              <a:rPr lang="es-MX" dirty="0"/>
              <a:t>: </a:t>
            </a:r>
            <a:r>
              <a:rPr lang="es-MX" b="1" dirty="0" err="1"/>
              <a:t>Product</a:t>
            </a:r>
            <a:r>
              <a:rPr lang="es-MX" b="1" dirty="0"/>
              <a:t> </a:t>
            </a:r>
            <a:r>
              <a:rPr lang="es-MX" b="1" dirty="0" err="1"/>
              <a:t>Owner</a:t>
            </a:r>
            <a:r>
              <a:rPr lang="es-MX" dirty="0"/>
              <a:t> (mantener y priorizar).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Contenidos</a:t>
            </a:r>
            <a:r>
              <a:rPr lang="es-MX" dirty="0"/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Historias de usuario (título, descripción breve, criterios de aceptación).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Prioridad / valor de negocio.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Estimación (puntos de historia o tamaño).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Dependencias y notas técnicas (cuando sea relevante).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Elementos técnicos / deuda técnica (trabajos XP: refactorización, mejorar CI).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Ejemplo</a:t>
            </a:r>
            <a:r>
              <a:rPr lang="es-MX" dirty="0"/>
              <a:t>: Historia: “Como usuario quiero agregar productos al carrito para comprarlos” — Criterios: añadir, eliminar, ver cantidad; aceptación: </a:t>
            </a:r>
            <a:r>
              <a:rPr lang="es-MX" dirty="0" err="1"/>
              <a:t>tests</a:t>
            </a:r>
            <a:r>
              <a:rPr lang="es-MX" dirty="0"/>
              <a:t> de UI + </a:t>
            </a:r>
            <a:r>
              <a:rPr lang="es-MX" dirty="0" err="1"/>
              <a:t>tests</a:t>
            </a:r>
            <a:r>
              <a:rPr lang="es-MX" dirty="0"/>
              <a:t> de integración.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MX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 err="1"/>
              <a:t>Product</a:t>
            </a:r>
            <a:r>
              <a:rPr lang="es-MX" b="1" dirty="0"/>
              <a:t> Backlog: Planeación de producto (</a:t>
            </a:r>
            <a:r>
              <a:rPr lang="es-MX" b="1" dirty="0" err="1"/>
              <a:t>Release</a:t>
            </a:r>
            <a:r>
              <a:rPr lang="es-MX" b="1" dirty="0"/>
              <a:t> </a:t>
            </a:r>
            <a:r>
              <a:rPr lang="es-MX" b="1" dirty="0" err="1"/>
              <a:t>planning</a:t>
            </a:r>
            <a:r>
              <a:rPr lang="es-MX" b="1" dirty="0"/>
              <a:t>). </a:t>
            </a:r>
            <a:r>
              <a:rPr lang="es-MX" dirty="0"/>
              <a:t>Plan o mapa que agrupa </a:t>
            </a:r>
            <a:r>
              <a:rPr lang="es-MX" dirty="0" err="1"/>
              <a:t>sprints</a:t>
            </a:r>
            <a:r>
              <a:rPr lang="es-MX" dirty="0"/>
              <a:t> para una meta de </a:t>
            </a:r>
            <a:r>
              <a:rPr lang="es-MX" dirty="0" err="1"/>
              <a:t>release</a:t>
            </a:r>
            <a:r>
              <a:rPr lang="es-MX" dirty="0"/>
              <a:t>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Objetivo</a:t>
            </a:r>
            <a:r>
              <a:rPr lang="es-MX" dirty="0"/>
              <a:t>: comunicar </a:t>
            </a:r>
            <a:r>
              <a:rPr lang="es-MX" dirty="0" err="1"/>
              <a:t>roadmap</a:t>
            </a:r>
            <a:r>
              <a:rPr lang="es-MX" dirty="0"/>
              <a:t>, estimar número de </a:t>
            </a:r>
            <a:r>
              <a:rPr lang="es-MX" dirty="0" err="1"/>
              <a:t>sprints</a:t>
            </a:r>
            <a:r>
              <a:rPr lang="es-MX" dirty="0"/>
              <a:t> y alcance aproximado del </a:t>
            </a:r>
            <a:r>
              <a:rPr lang="es-MX" dirty="0" err="1"/>
              <a:t>release</a:t>
            </a:r>
            <a:r>
              <a:rPr lang="es-MX" dirty="0"/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Responsable</a:t>
            </a:r>
            <a:r>
              <a:rPr lang="es-MX" dirty="0"/>
              <a:t>: </a:t>
            </a:r>
            <a:r>
              <a:rPr lang="es-MX" b="1" dirty="0" err="1"/>
              <a:t>Product</a:t>
            </a:r>
            <a:r>
              <a:rPr lang="es-MX" b="1" dirty="0"/>
              <a:t> </a:t>
            </a:r>
            <a:r>
              <a:rPr lang="es-MX" b="1" dirty="0" err="1"/>
              <a:t>Owner</a:t>
            </a:r>
            <a:r>
              <a:rPr lang="es-MX" dirty="0"/>
              <a:t> con la colaboración del equipo.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Contenidos</a:t>
            </a:r>
            <a:r>
              <a:rPr lang="es-MX" dirty="0"/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Prioridades del backlog por </a:t>
            </a:r>
            <a:r>
              <a:rPr lang="es-MX" dirty="0" err="1"/>
              <a:t>release</a:t>
            </a:r>
            <a:r>
              <a:rPr lang="es-MX" dirty="0"/>
              <a:t>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Fecha objetivo, alcance esperado por </a:t>
            </a:r>
            <a:r>
              <a:rPr lang="es-MX" dirty="0" err="1"/>
              <a:t>release</a:t>
            </a:r>
            <a:r>
              <a:rPr lang="es-MX" dirty="0"/>
              <a:t> (</a:t>
            </a:r>
            <a:r>
              <a:rPr lang="es-MX" dirty="0" err="1"/>
              <a:t>epics</a:t>
            </a:r>
            <a:r>
              <a:rPr lang="es-MX" dirty="0"/>
              <a:t>, </a:t>
            </a:r>
            <a:r>
              <a:rPr lang="es-MX" dirty="0" err="1"/>
              <a:t>features</a:t>
            </a:r>
            <a:r>
              <a:rPr lang="es-MX" dirty="0"/>
              <a:t>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Riesgos y dependencias.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s-MX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Sprint Backlog (Planeación de iteración / Sprint). </a:t>
            </a:r>
            <a:r>
              <a:rPr lang="es-MX" dirty="0"/>
              <a:t>Conjunto de elementos del </a:t>
            </a:r>
            <a:r>
              <a:rPr lang="es-MX" dirty="0" err="1"/>
              <a:t>Product</a:t>
            </a:r>
            <a:r>
              <a:rPr lang="es-MX" dirty="0"/>
              <a:t> Backlog seleccionados para el sprint y un plan para entregarlos.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Objetivo</a:t>
            </a:r>
            <a:r>
              <a:rPr lang="es-MX" dirty="0"/>
              <a:t>: el equipo tiene claridad sobre qué entregar y cómo lograrlo durante el sprint.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Responsable</a:t>
            </a:r>
            <a:r>
              <a:rPr lang="es-MX" dirty="0"/>
              <a:t>: </a:t>
            </a:r>
            <a:r>
              <a:rPr lang="es-MX" b="1" dirty="0"/>
              <a:t>Equipo de Desarrollo</a:t>
            </a:r>
            <a:r>
              <a:rPr lang="es-MX" dirty="0"/>
              <a:t> (crea y mantiene).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Contenidos</a:t>
            </a:r>
            <a:r>
              <a:rPr lang="es-MX" dirty="0"/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Historias seleccionadas y su descomposición en tareas.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Sprint </a:t>
            </a:r>
            <a:r>
              <a:rPr lang="es-MX" dirty="0" err="1"/>
              <a:t>Goal</a:t>
            </a:r>
            <a:r>
              <a:rPr lang="es-MX" dirty="0"/>
              <a:t> (meta del sprint).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Estimaciones de tareas / horas (opcional).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Estado de avance (por ejemplo, tablero Kanban: </a:t>
            </a:r>
            <a:r>
              <a:rPr lang="es-MX" dirty="0" err="1"/>
              <a:t>To</a:t>
            </a:r>
            <a:r>
              <a:rPr lang="es-MX" dirty="0"/>
              <a:t> Do / </a:t>
            </a:r>
            <a:r>
              <a:rPr lang="es-MX" dirty="0" err="1"/>
              <a:t>Doing</a:t>
            </a:r>
            <a:r>
              <a:rPr lang="es-MX" dirty="0"/>
              <a:t> / Done).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Criterios de aceptación y </a:t>
            </a:r>
            <a:r>
              <a:rPr lang="es-MX" dirty="0" err="1"/>
              <a:t>tests</a:t>
            </a:r>
            <a:r>
              <a:rPr lang="es-MX" dirty="0"/>
              <a:t> automatizados asociados (práctica XP).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Ejemplo</a:t>
            </a:r>
            <a:r>
              <a:rPr lang="es-MX" dirty="0"/>
              <a:t>: Sprint Backlog con 5 historias y 20 tareas; cada historia tiene </a:t>
            </a:r>
            <a:r>
              <a:rPr lang="es-MX" dirty="0" err="1"/>
              <a:t>tests</a:t>
            </a:r>
            <a:r>
              <a:rPr lang="es-MX" dirty="0"/>
              <a:t> unitarios y aceptación.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MX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Incremento y </a:t>
            </a:r>
            <a:r>
              <a:rPr lang="es-MX" b="1" dirty="0" err="1"/>
              <a:t>Definition</a:t>
            </a:r>
            <a:r>
              <a:rPr lang="es-MX" b="1" dirty="0"/>
              <a:t> </a:t>
            </a:r>
            <a:r>
              <a:rPr lang="es-MX" b="1" dirty="0" err="1"/>
              <a:t>of</a:t>
            </a:r>
            <a:r>
              <a:rPr lang="es-MX" b="1" dirty="0"/>
              <a:t> Done (Ejecución y entrega incremental). </a:t>
            </a:r>
            <a:r>
              <a:rPr lang="es-MX" dirty="0"/>
              <a:t>Suma de todos los elementos del </a:t>
            </a:r>
            <a:r>
              <a:rPr lang="es-MX" dirty="0" err="1"/>
              <a:t>Product</a:t>
            </a:r>
            <a:r>
              <a:rPr lang="es-MX" dirty="0"/>
              <a:t> Backlog completados durante un sprint y </a:t>
            </a:r>
            <a:r>
              <a:rPr lang="es-MX" dirty="0" err="1"/>
              <a:t>sprints</a:t>
            </a:r>
            <a:r>
              <a:rPr lang="es-MX" dirty="0"/>
              <a:t> anteriores — debe estar en estado “potencialmente entregable”.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Objetivo</a:t>
            </a:r>
            <a:r>
              <a:rPr lang="es-MX" dirty="0"/>
              <a:t>: tener versiones funcionales que puedan ser liberadas.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Responsable</a:t>
            </a:r>
            <a:r>
              <a:rPr lang="es-MX" dirty="0"/>
              <a:t>: </a:t>
            </a:r>
            <a:r>
              <a:rPr lang="es-MX" b="1" dirty="0"/>
              <a:t>Equipo de Desarrollo</a:t>
            </a:r>
            <a:r>
              <a:rPr lang="es-MX" dirty="0"/>
              <a:t> entrega; </a:t>
            </a:r>
            <a:r>
              <a:rPr lang="es-MX" b="1" dirty="0"/>
              <a:t>PO</a:t>
            </a:r>
            <a:r>
              <a:rPr lang="es-MX" dirty="0"/>
              <a:t> acepta el valor.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Contenidos</a:t>
            </a:r>
            <a:r>
              <a:rPr lang="es-MX" dirty="0"/>
              <a:t>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Código fuente con cobertura de </a:t>
            </a:r>
            <a:r>
              <a:rPr lang="es-MX" dirty="0" err="1"/>
              <a:t>tests</a:t>
            </a:r>
            <a:r>
              <a:rPr lang="es-MX" dirty="0"/>
              <a:t> (unitarios, integración).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/>
              <a:t>Documentación mínima necesaria.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 err="1"/>
              <a:t>Build</a:t>
            </a:r>
            <a:r>
              <a:rPr lang="es-MX" dirty="0"/>
              <a:t> exitoso en CI y artefactos empaquetados.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dirty="0" err="1"/>
              <a:t>Definition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Done (</a:t>
            </a:r>
            <a:r>
              <a:rPr lang="es-MX" dirty="0" err="1"/>
              <a:t>DoD</a:t>
            </a:r>
            <a:r>
              <a:rPr lang="es-MX" dirty="0"/>
              <a:t>): lista de criterios que garantiza calidad (ej.: compila, </a:t>
            </a:r>
            <a:r>
              <a:rPr lang="es-MX" dirty="0" err="1"/>
              <a:t>tests</a:t>
            </a:r>
            <a:r>
              <a:rPr lang="es-MX" dirty="0"/>
              <a:t> pasan, revisiones de código, </a:t>
            </a:r>
            <a:r>
              <a:rPr lang="es-MX" dirty="0" err="1"/>
              <a:t>deploy</a:t>
            </a:r>
            <a:r>
              <a:rPr lang="es-MX" dirty="0"/>
              <a:t> automatizado a </a:t>
            </a:r>
            <a:r>
              <a:rPr lang="es-MX" dirty="0" err="1"/>
              <a:t>staging</a:t>
            </a:r>
            <a:r>
              <a:rPr lang="es-MX" dirty="0"/>
              <a:t>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Ejemplo</a:t>
            </a:r>
            <a:r>
              <a:rPr lang="es-MX" dirty="0"/>
              <a:t>: </a:t>
            </a:r>
            <a:r>
              <a:rPr lang="es-MX" dirty="0" err="1"/>
              <a:t>DoD</a:t>
            </a:r>
            <a:r>
              <a:rPr lang="es-MX" dirty="0"/>
              <a:t>: 80% </a:t>
            </a:r>
            <a:r>
              <a:rPr lang="es-MX" dirty="0" err="1"/>
              <a:t>tests</a:t>
            </a:r>
            <a:r>
              <a:rPr lang="es-MX" dirty="0"/>
              <a:t> unitarios, </a:t>
            </a:r>
            <a:r>
              <a:rPr lang="es-MX" dirty="0" err="1"/>
              <a:t>build</a:t>
            </a:r>
            <a:r>
              <a:rPr lang="es-MX" dirty="0"/>
              <a:t> en CI verde, aprobación de revisión de código.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s-MX" b="1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MX" b="1" dirty="0"/>
              <a:t>Artefactos técnicos XP adicionales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Suites de </a:t>
            </a:r>
            <a:r>
              <a:rPr lang="es-MX" b="1" dirty="0" err="1"/>
              <a:t>tests</a:t>
            </a:r>
            <a:r>
              <a:rPr lang="es-MX" b="1" dirty="0"/>
              <a:t> automatizados</a:t>
            </a:r>
            <a:r>
              <a:rPr lang="es-MX" dirty="0"/>
              <a:t> (unitarios, integración, aceptación).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Objetivo</a:t>
            </a:r>
            <a:r>
              <a:rPr lang="es-MX" dirty="0"/>
              <a:t>: prevenir regresiones y permitir refactorización segura.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Responsable</a:t>
            </a:r>
            <a:r>
              <a:rPr lang="es-MX" dirty="0"/>
              <a:t>: Equipo de Desarrollo.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Pipeline de Integración Continua (CI)</a:t>
            </a:r>
            <a:r>
              <a:rPr lang="es-MX" dirty="0"/>
              <a:t>: sirve para </a:t>
            </a:r>
            <a:r>
              <a:rPr lang="es-MX" dirty="0" err="1"/>
              <a:t>builds</a:t>
            </a:r>
            <a:r>
              <a:rPr lang="es-MX" dirty="0"/>
              <a:t> automáticos y ejecución de </a:t>
            </a:r>
            <a:r>
              <a:rPr lang="es-MX" dirty="0" err="1"/>
              <a:t>tests</a:t>
            </a:r>
            <a:r>
              <a:rPr lang="es-MX" dirty="0"/>
              <a:t> en cada </a:t>
            </a:r>
            <a:r>
              <a:rPr lang="es-MX" dirty="0" err="1"/>
              <a:t>push</a:t>
            </a:r>
            <a:r>
              <a:rPr lang="es-MX" dirty="0"/>
              <a:t>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Objetivo</a:t>
            </a:r>
            <a:r>
              <a:rPr lang="es-MX" dirty="0"/>
              <a:t>: detectar errores temprano y mantener el incremento siempre “estable”.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s-MX" b="1" dirty="0"/>
              <a:t>Responsable</a:t>
            </a:r>
            <a:r>
              <a:rPr lang="es-MX" dirty="0"/>
              <a:t>: Equipo de Desarrollo / DevOps.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227294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tx2">
              <a:lumMod val="75000"/>
            </a:schemeClr>
          </a:solidFill>
        </p:spPr>
        <p:txBody>
          <a:bodyPr rtlCol="0" anchor="ctr">
            <a:normAutofit/>
          </a:bodyPr>
          <a:lstStyle/>
          <a:p>
            <a:pPr algn="ctr" rtl="0"/>
            <a:r>
              <a:rPr lang="es-MX" b="1" dirty="0">
                <a:solidFill>
                  <a:schemeClr val="bg1"/>
                </a:solidFill>
              </a:rPr>
              <a:t>Fin de la Unidad 04</a:t>
            </a:r>
          </a:p>
        </p:txBody>
      </p:sp>
      <p:pic>
        <p:nvPicPr>
          <p:cNvPr id="10" name="Imagen 9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DF4887C4-E275-5E0F-8475-51FB37926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836571" y="1825625"/>
            <a:ext cx="651885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57F35370-8AE8-C7CE-8AB1-D2359B94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Referencias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EC7992-EF41-6AF0-DB7B-98F18E6AAE1A}"/>
              </a:ext>
            </a:extLst>
          </p:cNvPr>
          <p:cNvSpPr/>
          <p:nvPr/>
        </p:nvSpPr>
        <p:spPr>
          <a:xfrm>
            <a:off x="1363921" y="1853711"/>
            <a:ext cx="2526675" cy="5184775"/>
          </a:xfrm>
          <a:prstGeom prst="rect">
            <a:avLst/>
          </a:prstGeom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A71DF6-0DB6-E292-56D8-B643A6335B51}"/>
              </a:ext>
            </a:extLst>
          </p:cNvPr>
          <p:cNvSpPr txBox="1"/>
          <p:nvPr/>
        </p:nvSpPr>
        <p:spPr>
          <a:xfrm>
            <a:off x="1135218" y="1625974"/>
            <a:ext cx="108140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MX" dirty="0" err="1"/>
              <a:t>Bahit</a:t>
            </a:r>
            <a:r>
              <a:rPr lang="es-MX" dirty="0"/>
              <a:t>, E. (2012). </a:t>
            </a:r>
            <a:r>
              <a:rPr lang="es-MX" b="1" dirty="0"/>
              <a:t>Scrum y </a:t>
            </a:r>
            <a:r>
              <a:rPr lang="es-MX" b="1" dirty="0" err="1"/>
              <a:t>eXtreme</a:t>
            </a:r>
            <a:r>
              <a:rPr lang="es-MX" b="1" dirty="0"/>
              <a:t> </a:t>
            </a:r>
            <a:r>
              <a:rPr lang="es-MX" b="1" dirty="0" err="1"/>
              <a:t>Programming</a:t>
            </a:r>
            <a:r>
              <a:rPr lang="es-MX" b="1" dirty="0"/>
              <a:t> para programadores</a:t>
            </a:r>
            <a:r>
              <a:rPr lang="es-MX" dirty="0"/>
              <a:t>. </a:t>
            </a:r>
            <a:r>
              <a:rPr lang="en-US" dirty="0"/>
              <a:t>Buenos Aires: Creative Commons.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Beck, K. (2000). </a:t>
            </a:r>
            <a:r>
              <a:rPr lang="en-US" b="1" dirty="0"/>
              <a:t>Extreme Programming Explained: Embrace Change</a:t>
            </a:r>
            <a:r>
              <a:rPr lang="en-US" dirty="0"/>
              <a:t>. Addison-Wesley.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Beck, K., et al. (2000). </a:t>
            </a:r>
            <a:r>
              <a:rPr lang="en-US" b="1" dirty="0"/>
              <a:t>Extreme Programming Installed. </a:t>
            </a:r>
            <a:r>
              <a:rPr lang="en-US" dirty="0"/>
              <a:t>Addison-Wesley.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Cohn, M. (2005). </a:t>
            </a:r>
            <a:r>
              <a:rPr lang="en-US" b="1" dirty="0"/>
              <a:t>Agile Estimating and Planning</a:t>
            </a:r>
            <a:r>
              <a:rPr lang="en-US" i="1" dirty="0"/>
              <a:t>.</a:t>
            </a:r>
            <a:r>
              <a:rPr lang="en-US" dirty="0"/>
              <a:t> Addison-Wesley.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Deemer, P., Benefield, G., Larman, C., &amp; Vodde, B. (2009). </a:t>
            </a:r>
            <a:r>
              <a:rPr lang="en-US" b="1" dirty="0"/>
              <a:t>The Scrum Primer. Scrum Foundation</a:t>
            </a:r>
            <a:r>
              <a:rPr lang="en-US" dirty="0"/>
              <a:t>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Dudziak, T. (2000). </a:t>
            </a:r>
            <a:r>
              <a:rPr lang="en-US" b="1" dirty="0"/>
              <a:t>Extreme Programming Overview. Methods and Tools for Software Production</a:t>
            </a:r>
            <a:r>
              <a:rPr lang="en-US" dirty="0"/>
              <a:t>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Fowler, M. (2000). </a:t>
            </a:r>
            <a:r>
              <a:rPr lang="en-US" b="1" dirty="0"/>
              <a:t>Refactoring: Improving the Design of Existing Code</a:t>
            </a:r>
            <a:r>
              <a:rPr lang="en-US" dirty="0"/>
              <a:t>. Addison-Wesley.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Highsmith, J. (2013). </a:t>
            </a:r>
            <a:r>
              <a:rPr lang="en-US" b="1" dirty="0"/>
              <a:t>Adaptive Software Development: A Collaborative Approach to Managing Complex Systems</a:t>
            </a:r>
            <a:r>
              <a:rPr lang="en-US" dirty="0"/>
              <a:t>. Addison-Wesley.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Jeffries, R., Anderson, A., &amp; Hendrickson, C. (2000). </a:t>
            </a:r>
            <a:r>
              <a:rPr lang="en-US" b="1" dirty="0"/>
              <a:t>Extreme Programming Installed</a:t>
            </a:r>
            <a:r>
              <a:rPr lang="en-US" dirty="0"/>
              <a:t>. Addison-Wesley.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Leffingwell, D. (2018). </a:t>
            </a:r>
            <a:r>
              <a:rPr lang="en-US" b="1" dirty="0" err="1"/>
              <a:t>SAFe</a:t>
            </a:r>
            <a:r>
              <a:rPr lang="en-US" b="1" dirty="0"/>
              <a:t> 4.5 Reference Guide: Scaled Agile Framework for Lean Enterprises</a:t>
            </a:r>
            <a:r>
              <a:rPr lang="en-US" i="1" dirty="0"/>
              <a:t>.</a:t>
            </a:r>
            <a:r>
              <a:rPr lang="en-US" dirty="0"/>
              <a:t> </a:t>
            </a:r>
            <a:r>
              <a:rPr lang="es-MX" dirty="0"/>
              <a:t>Addison-Wesley.</a:t>
            </a:r>
          </a:p>
          <a:p>
            <a:pPr>
              <a:spcAft>
                <a:spcPts val="600"/>
              </a:spcAft>
            </a:pPr>
            <a:r>
              <a:rPr lang="en-US" dirty="0"/>
              <a:t>Pressman, R. S., &amp; Maxim, B. R. (2020). </a:t>
            </a:r>
            <a:r>
              <a:rPr lang="es-MX" dirty="0"/>
              <a:t>Ingeniería del software: Un enfoque práctico (9.ª ed.). </a:t>
            </a:r>
            <a:r>
              <a:rPr lang="en-US" dirty="0"/>
              <a:t>McGraw-Hill.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Schwaber, K., &amp; Sutherland, J. (2020). </a:t>
            </a:r>
            <a:r>
              <a:rPr lang="en-US" b="1" dirty="0"/>
              <a:t>The Scrum Guide: The Definitive Guide to Scrum</a:t>
            </a:r>
            <a:r>
              <a:rPr lang="en-US" dirty="0"/>
              <a:t>. Scrum.org.</a:t>
            </a:r>
            <a:endParaRPr lang="es-MX" dirty="0"/>
          </a:p>
          <a:p>
            <a:pPr>
              <a:spcAft>
                <a:spcPts val="600"/>
              </a:spcAft>
            </a:pPr>
            <a:r>
              <a:rPr lang="en-US" dirty="0"/>
              <a:t>Sommerville, I. (2016). </a:t>
            </a:r>
            <a:r>
              <a:rPr lang="en-US" b="1" dirty="0"/>
              <a:t>Software Engineering (10th ed.). </a:t>
            </a:r>
            <a:r>
              <a:rPr lang="en-US" dirty="0"/>
              <a:t>Pearson Education.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10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1A0EF4-6BEF-4CF3-8D48-0B0E7F05DD0D}">
  <we:reference id="f12c312d-282a-4734-8843-05915fdfef0b" version="4.3.3.0" store="EXCatalog" storeType="EXCatalog"/>
  <we:alternateReferences>
    <we:reference id="WA104178141" version="4.3.3.0" store="es-E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F8CEDD-DC61-403E-AD0F-EF7523F62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F9B764-6365-43A2-B92A-B9C4DD6E9B23}">
  <ds:schemaRefs>
    <ds:schemaRef ds:uri="http://schemas.microsoft.com/sharepoint/v3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www.w3.org/XML/1998/namespace"/>
    <ds:schemaRef ds:uri="http://purl.org/dc/terms/"/>
    <ds:schemaRef ds:uri="230e9df3-be65-4c73-a93b-d1236ebd677e"/>
    <ds:schemaRef ds:uri="16c05727-aa75-4e4a-9b5f-8a80a116589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00F1594-3EA9-4B35-B72A-00D8B89F015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3274</TotalTime>
  <Words>10373</Words>
  <Application>Microsoft Office PowerPoint</Application>
  <PresentationFormat>Panorámica</PresentationFormat>
  <Paragraphs>838</Paragraphs>
  <Slides>65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2" baseType="lpstr">
      <vt:lpstr>Meiryo</vt:lpstr>
      <vt:lpstr>Arial</vt:lpstr>
      <vt:lpstr>Calibri</vt:lpstr>
      <vt:lpstr>Calibri Light</vt:lpstr>
      <vt:lpstr>Courier New</vt:lpstr>
      <vt:lpstr>Google Sans Text</vt:lpstr>
      <vt:lpstr>Office 2013 - Tema de 2022</vt:lpstr>
      <vt:lpstr>Metodologías de desarrollo de sistemas</vt:lpstr>
      <vt:lpstr>Contenido</vt:lpstr>
      <vt:lpstr>Panorama General del Proceso Ágil SCRUM </vt:lpstr>
      <vt:lpstr>Concepto de Scrum</vt:lpstr>
      <vt:lpstr>Objetivo y filosofía de Scrum</vt:lpstr>
      <vt:lpstr>Principios fundamentales de Scrum</vt:lpstr>
      <vt:lpstr>Valores de Scrum</vt:lpstr>
      <vt:lpstr>Proceso de Scrum</vt:lpstr>
      <vt:lpstr>Eventos de Scrum</vt:lpstr>
      <vt:lpstr>Roles en Scrum</vt:lpstr>
      <vt:lpstr>Artefactos de Scrum (1/2)</vt:lpstr>
      <vt:lpstr>Artefactos de Scrum (2/2)</vt:lpstr>
      <vt:lpstr>Ejemplo de un ciclo completo de Scrum</vt:lpstr>
      <vt:lpstr>Historias de usuario</vt:lpstr>
      <vt:lpstr>Las 3 C de las historias de usuario</vt:lpstr>
      <vt:lpstr>Estructura de una tarjeta de una historia de usuario</vt:lpstr>
      <vt:lpstr>Ejemplo de una tarjeta de una historia de usuario</vt:lpstr>
      <vt:lpstr>Contenidos de una historia de usuario</vt:lpstr>
      <vt:lpstr>Criterios de aceptación (confirmación)</vt:lpstr>
      <vt:lpstr>Ejemplo de criterios de aceptación (confirmación)</vt:lpstr>
      <vt:lpstr>Ejemplo de historia de usuario</vt:lpstr>
      <vt:lpstr>Puntos de historia</vt:lpstr>
      <vt:lpstr>Equivalencia práctica de los puntos de historia</vt:lpstr>
      <vt:lpstr>Asignación de puntos de historia</vt:lpstr>
      <vt:lpstr>Utilidad de los puntos de historia</vt:lpstr>
      <vt:lpstr>Ejemplo de aplicación de puntos de historia</vt:lpstr>
      <vt:lpstr>Priorización de las historias de usuario</vt:lpstr>
      <vt:lpstr>Criterios para la priorización de historias de usuario</vt:lpstr>
      <vt:lpstr>Técnicas de priorización</vt:lpstr>
      <vt:lpstr>Proceso de selección para un Sprint</vt:lpstr>
      <vt:lpstr>Ejemplo de priorización</vt:lpstr>
      <vt:lpstr>Buenas prácticas al priorizar</vt:lpstr>
      <vt:lpstr>Programación Extrema (XP)</vt:lpstr>
      <vt:lpstr>Concepto de Extreme Programming (XP)</vt:lpstr>
      <vt:lpstr>Alcance de XP</vt:lpstr>
      <vt:lpstr>Valores de XP</vt:lpstr>
      <vt:lpstr>Principios de XP</vt:lpstr>
      <vt:lpstr>Ideas rectoras de XP</vt:lpstr>
      <vt:lpstr>Prácticas clave</vt:lpstr>
      <vt:lpstr>Pair programming</vt:lpstr>
      <vt:lpstr>Beneficios, desafios y buenas prácticas del Pair Programming</vt:lpstr>
      <vt:lpstr>Test-Driven Development (TDD)</vt:lpstr>
      <vt:lpstr>Ciclo básico del TDD</vt:lpstr>
      <vt:lpstr>Integración continua</vt:lpstr>
      <vt:lpstr>Flujo básico de la integración continua</vt:lpstr>
      <vt:lpstr>Reglas básicas y herramientas para la integración continua </vt:lpstr>
      <vt:lpstr>Refactorización sin piedad</vt:lpstr>
      <vt:lpstr>Ciclo de refactorización dentro de XP</vt:lpstr>
      <vt:lpstr>Estrategias comunes de refactorización</vt:lpstr>
      <vt:lpstr>Lanzamientos Pequeños (Small Releases) / Entrega Continua (Continuous Delivery)</vt:lpstr>
      <vt:lpstr>Roles de XP</vt:lpstr>
      <vt:lpstr>Actividades de los Roles de XP</vt:lpstr>
      <vt:lpstr>Etapas de XP</vt:lpstr>
      <vt:lpstr>Artefactos de XP: Planeación del producto (Release planning / Product planning)</vt:lpstr>
      <vt:lpstr>Artefactos de XP: Artefactos de planeación del  producto (Iteration planning)</vt:lpstr>
      <vt:lpstr>Artefactos de XP: Implementación</vt:lpstr>
      <vt:lpstr>Artefactos de XP: Pruebas</vt:lpstr>
      <vt:lpstr>Proceso Integrado Ágil SCRUM-XP</vt:lpstr>
      <vt:lpstr>Scrum-XP</vt:lpstr>
      <vt:lpstr>Valores fundamentales de Scrum-XP</vt:lpstr>
      <vt:lpstr>Eventos y fases de Scrum-XP</vt:lpstr>
      <vt:lpstr>Proceso y etapas de Scrum-XP</vt:lpstr>
      <vt:lpstr>Artefactos de Scrum-XP</vt:lpstr>
      <vt:lpstr>Fin de la Unidad 04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MUÑOZ LOPEZ</dc:creator>
  <cp:lastModifiedBy>JUAN MUÑOZ LOPEZ</cp:lastModifiedBy>
  <cp:revision>8</cp:revision>
  <dcterms:created xsi:type="dcterms:W3CDTF">2025-08-05T02:48:00Z</dcterms:created>
  <dcterms:modified xsi:type="dcterms:W3CDTF">2025-10-19T05:36:47Z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